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3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4" r:id="rId14"/>
  </p:sldIdLst>
  <p:sldSz cx="9144000" cy="5143500" type="screen16x9"/>
  <p:notesSz cx="6669088" cy="9926638"/>
  <p:embeddedFontLst>
    <p:embeddedFont>
      <p:font typeface="Garamond" panose="02020404030301010803" pitchFamily="18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  <p:embeddedFont>
      <p:font typeface="Ubuntu" panose="020B0504030602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466">
          <p15:clr>
            <a:srgbClr val="A4A3A4"/>
          </p15:clr>
        </p15:guide>
        <p15:guide id="3" pos="1163">
          <p15:clr>
            <a:srgbClr val="A4A3A4"/>
          </p15:clr>
        </p15:guide>
        <p15:guide id="4" pos="2294">
          <p15:clr>
            <a:srgbClr val="A4A3A4"/>
          </p15:clr>
        </p15:guide>
        <p15:guide id="5" pos="4597">
          <p15:clr>
            <a:srgbClr val="A4A3A4"/>
          </p15:clr>
        </p15:guide>
        <p15:guide id="6" orient="horz" pos="634">
          <p15:clr>
            <a:srgbClr val="A4A3A4"/>
          </p15:clr>
        </p15:guide>
        <p15:guide id="7" orient="horz" pos="1314">
          <p15:clr>
            <a:srgbClr val="A4A3A4"/>
          </p15:clr>
        </p15:guide>
        <p15:guide id="8" orient="horz" pos="1926">
          <p15:clr>
            <a:srgbClr val="A4A3A4"/>
          </p15:clr>
        </p15:guide>
        <p15:guide id="9" orient="horz" pos="1075">
          <p15:clr>
            <a:srgbClr val="A4A3A4"/>
          </p15:clr>
        </p15:guide>
        <p15:guide id="10" pos="200">
          <p15:clr>
            <a:srgbClr val="A4A3A4"/>
          </p15:clr>
        </p15:guide>
        <p15:guide id="11" pos="5560">
          <p15:clr>
            <a:srgbClr val="A4A3A4"/>
          </p15:clr>
        </p15:guide>
        <p15:guide id="12" orient="horz" pos="225">
          <p15:clr>
            <a:srgbClr val="A4A3A4"/>
          </p15:clr>
        </p15:guide>
        <p15:guide id="13" orient="horz" pos="89">
          <p15:clr>
            <a:srgbClr val="A4A3A4"/>
          </p15:clr>
        </p15:guide>
        <p15:guide id="14" orient="horz" pos="973">
          <p15:clr>
            <a:srgbClr val="A4A3A4"/>
          </p15:clr>
        </p15:guide>
        <p15:guide id="15" orient="horz" pos="395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366J1ubVhTgxYWhbLyfV1XTnZ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5"/>
    <p:restoredTop sz="92297"/>
  </p:normalViewPr>
  <p:slideViewPr>
    <p:cSldViewPr snapToGrid="0">
      <p:cViewPr varScale="1">
        <p:scale>
          <a:sx n="155" d="100"/>
          <a:sy n="155" d="100"/>
        </p:scale>
        <p:origin x="544" y="184"/>
      </p:cViewPr>
      <p:guideLst>
        <p:guide orient="horz" pos="1620"/>
        <p:guide pos="3466"/>
        <p:guide pos="1163"/>
        <p:guide pos="2294"/>
        <p:guide pos="4597"/>
        <p:guide orient="horz" pos="634"/>
        <p:guide orient="horz" pos="1314"/>
        <p:guide orient="horz" pos="1926"/>
        <p:guide orient="horz" pos="1075"/>
        <p:guide pos="200"/>
        <p:guide pos="5560"/>
        <p:guide orient="horz" pos="225"/>
        <p:guide orient="horz" pos="89"/>
        <p:guide orient="horz" pos="973"/>
        <p:guide orient="horz" pos="3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5" y="2"/>
            <a:ext cx="2889938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7609" y="2"/>
            <a:ext cx="2889938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567" y="749300"/>
            <a:ext cx="6606000" cy="3717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7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5" y="9428586"/>
            <a:ext cx="2889938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38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75" y="727075"/>
            <a:ext cx="6451600" cy="36306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7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1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38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a044f4d00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2a044f4d009_0_2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2a044f4d009_0_2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044f4d00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a044f4d009_0_18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2a044f4d009_0_18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ef7d5fdc8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1ef7d5fdc8f_0_19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1ef7d5fdc8f_0_19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ef7d5fdc8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1ef7d5fdc8f_0_31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1ef7d5fdc8f_0_31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f7d5fdc8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1ef7d5fdc8f_0_39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g1ef7d5fdc8f_0_39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8eabb8d7a4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28eabb8d7a4_3_0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28eabb8d7a4_3_0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044f4d00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2a044f4d009_0_39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2a044f4d009_0_39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eabb8d7a4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28eabb8d7a4_3_8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g28eabb8d7a4_3_8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044f4d00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a044f4d009_0_74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2a044f4d009_0_74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ef7d5fdc8f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1ef7d5fdc8f_0_59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1ef7d5fdc8f_0_59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f7d5fdc8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1ef7d5fdc8f_0_68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g1ef7d5fdc8f_0_68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a044f4d00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163" y="749300"/>
            <a:ext cx="6608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2a044f4d009_0_97:notes"/>
          <p:cNvSpPr txBox="1">
            <a:spLocks noGrp="1"/>
          </p:cNvSpPr>
          <p:nvPr>
            <p:ph type="body" idx="1"/>
          </p:nvPr>
        </p:nvSpPr>
        <p:spPr>
          <a:xfrm>
            <a:off x="666910" y="4715153"/>
            <a:ext cx="5335200" cy="44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2a044f4d009_0_97:notes"/>
          <p:cNvSpPr txBox="1">
            <a:spLocks noGrp="1"/>
          </p:cNvSpPr>
          <p:nvPr>
            <p:ph type="sldNum" idx="12"/>
          </p:nvPr>
        </p:nvSpPr>
        <p:spPr>
          <a:xfrm>
            <a:off x="3777609" y="9428586"/>
            <a:ext cx="28899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00" tIns="46700" rIns="93400" bIns="46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2590800" y="1771650"/>
            <a:ext cx="64770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4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2590800" y="2971800"/>
            <a:ext cx="655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3"/>
          <p:cNvSpPr txBox="1">
            <a:spLocks noGrp="1"/>
          </p:cNvSpPr>
          <p:nvPr>
            <p:ph type="title"/>
          </p:nvPr>
        </p:nvSpPr>
        <p:spPr>
          <a:xfrm>
            <a:off x="317989" y="1"/>
            <a:ext cx="6912900" cy="10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 b="1">
                <a:solidFill>
                  <a:srgbClr val="595959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3"/>
          <p:cNvSpPr txBox="1"/>
          <p:nvPr/>
        </p:nvSpPr>
        <p:spPr>
          <a:xfrm>
            <a:off x="7978746" y="4876115"/>
            <a:ext cx="8574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-RU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47933" y="264953"/>
            <a:ext cx="1532633" cy="47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91">
          <p15:clr>
            <a:srgbClr val="FBAE40"/>
          </p15:clr>
        </p15:guide>
        <p15:guide id="4" orient="horz" pos="429">
          <p15:clr>
            <a:srgbClr val="FBAE40"/>
          </p15:clr>
        </p15:guide>
        <p15:guide id="5" orient="horz" pos="3049">
          <p15:clr>
            <a:srgbClr val="FBAE40"/>
          </p15:clr>
        </p15:guide>
        <p15:guide id="6" pos="1973">
          <p15:clr>
            <a:srgbClr val="FBAE40"/>
          </p15:clr>
        </p15:guide>
        <p15:guide id="7" pos="3743">
          <p15:clr>
            <a:srgbClr val="FBAE40"/>
          </p15:clr>
        </p15:guide>
        <p15:guide id="8" pos="5560">
          <p15:clr>
            <a:srgbClr val="FBAE40"/>
          </p15:clr>
        </p15:guide>
        <p15:guide id="9" pos="200">
          <p15:clr>
            <a:srgbClr val="FBAE40"/>
          </p15:clr>
        </p15:guide>
        <p15:guide id="10" orient="horz" pos="66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722313" y="2180036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None/>
              <a:defRPr sz="17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4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5"/>
          <p:cNvSpPr txBox="1">
            <a:spLocks noGrp="1"/>
          </p:cNvSpPr>
          <p:nvPr>
            <p:ph type="title"/>
          </p:nvPr>
        </p:nvSpPr>
        <p:spPr>
          <a:xfrm>
            <a:off x="1524000" y="171450"/>
            <a:ext cx="7162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5"/>
          <p:cNvSpPr txBox="1">
            <a:spLocks noGrp="1"/>
          </p:cNvSpPr>
          <p:nvPr>
            <p:ph type="body" idx="1"/>
          </p:nvPr>
        </p:nvSpPr>
        <p:spPr>
          <a:xfrm>
            <a:off x="1600201" y="971552"/>
            <a:ext cx="34671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Times New Roman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Char char="•"/>
              <a:defRPr sz="2100"/>
            </a:lvl2pPr>
            <a:lvl3pPr marL="1371600" lvl="2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9pPr>
          </a:lstStyle>
          <a:p>
            <a:endParaRPr/>
          </a:p>
        </p:txBody>
      </p:sp>
      <p:sp>
        <p:nvSpPr>
          <p:cNvPr id="31" name="Google Shape;31;p55"/>
          <p:cNvSpPr txBox="1">
            <a:spLocks noGrp="1"/>
          </p:cNvSpPr>
          <p:nvPr>
            <p:ph type="body" idx="2"/>
          </p:nvPr>
        </p:nvSpPr>
        <p:spPr>
          <a:xfrm>
            <a:off x="5219701" y="971552"/>
            <a:ext cx="34671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Times New Roman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Char char="•"/>
              <a:defRPr sz="2100"/>
            </a:lvl2pPr>
            <a:lvl3pPr marL="1371600" lvl="2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9pPr>
          </a:lstStyle>
          <a:p>
            <a:endParaRPr/>
          </a:p>
        </p:txBody>
      </p:sp>
      <p:sp>
        <p:nvSpPr>
          <p:cNvPr id="32" name="Google Shape;32;p55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5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6"/>
          <p:cNvSpPr txBox="1">
            <a:spLocks noGrp="1"/>
          </p:cNvSpPr>
          <p:nvPr>
            <p:ph type="body" idx="1"/>
          </p:nvPr>
        </p:nvSpPr>
        <p:spPr>
          <a:xfrm>
            <a:off x="457201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None/>
              <a:defRPr sz="21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None/>
              <a:defRPr sz="17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None/>
              <a:defRPr sz="1600" b="1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5pPr>
            <a:lvl6pPr marL="2743200" lvl="5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6pPr>
            <a:lvl7pPr marL="3200400" lvl="6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7pPr>
            <a:lvl8pPr marL="3657600" lvl="7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8pPr>
            <a:lvl9pPr marL="4114800" lvl="8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body" idx="2"/>
          </p:nvPr>
        </p:nvSpPr>
        <p:spPr>
          <a:xfrm>
            <a:off x="457201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Char char="•"/>
              <a:defRPr sz="2100"/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None/>
              <a:defRPr sz="2100" b="1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None/>
              <a:defRPr sz="17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None/>
              <a:defRPr sz="1600" b="1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5pPr>
            <a:lvl6pPr marL="2743200" lvl="5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6pPr>
            <a:lvl7pPr marL="3200400" lvl="6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7pPr>
            <a:lvl8pPr marL="3657600" lvl="7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8pPr>
            <a:lvl9pPr marL="4114800" lvl="8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None/>
              <a:defRPr sz="1400" b="1"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Char char="•"/>
              <a:defRPr sz="2100"/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1524000" y="171450"/>
            <a:ext cx="7162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8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8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8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9"/>
          <p:cNvSpPr txBox="1">
            <a:spLocks noGrp="1"/>
          </p:cNvSpPr>
          <p:nvPr>
            <p:ph type="title"/>
          </p:nvPr>
        </p:nvSpPr>
        <p:spPr>
          <a:xfrm>
            <a:off x="457202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7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9"/>
          <p:cNvSpPr txBox="1">
            <a:spLocks noGrp="1"/>
          </p:cNvSpPr>
          <p:nvPr>
            <p:ph type="body" idx="1"/>
          </p:nvPr>
        </p:nvSpPr>
        <p:spPr>
          <a:xfrm>
            <a:off x="3575051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Times New Roman"/>
              <a:buChar char="•"/>
              <a:defRPr sz="2400"/>
            </a:lvl2pPr>
            <a:lvl3pPr marL="1371600" lvl="2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Char char="•"/>
              <a:defRPr sz="2100"/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5pPr>
            <a:lvl6pPr marL="2743200" lvl="5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6pPr>
            <a:lvl7pPr marL="3200400" lvl="6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7pPr>
            <a:lvl8pPr marL="3657600" lvl="7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8pPr>
            <a:lvl9pPr marL="4114800" lvl="8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/>
            </a:lvl9pPr>
          </a:lstStyle>
          <a:p>
            <a:endParaRPr/>
          </a:p>
        </p:txBody>
      </p:sp>
      <p:sp>
        <p:nvSpPr>
          <p:cNvPr id="56" name="Google Shape;56;p59"/>
          <p:cNvSpPr txBox="1">
            <a:spLocks noGrp="1"/>
          </p:cNvSpPr>
          <p:nvPr>
            <p:ph type="body" idx="2"/>
          </p:nvPr>
        </p:nvSpPr>
        <p:spPr>
          <a:xfrm>
            <a:off x="457202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Times New Roman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Times New Roman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9pPr>
          </a:lstStyle>
          <a:p>
            <a:endParaRPr/>
          </a:p>
        </p:txBody>
      </p:sp>
      <p:sp>
        <p:nvSpPr>
          <p:cNvPr id="57" name="Google Shape;57;p59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9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1792288" y="3600451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7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6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Times New Roman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Times New Roman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Times New Roman"/>
              <a:buNone/>
              <a:defRPr sz="800"/>
            </a:lvl9pPr>
          </a:lstStyle>
          <a:p>
            <a:endParaRPr/>
          </a:p>
        </p:txBody>
      </p:sp>
      <p:sp>
        <p:nvSpPr>
          <p:cNvPr id="64" name="Google Shape;64;p60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0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1"/>
          <p:cNvSpPr txBox="1">
            <a:spLocks noGrp="1"/>
          </p:cNvSpPr>
          <p:nvPr>
            <p:ph type="title"/>
          </p:nvPr>
        </p:nvSpPr>
        <p:spPr>
          <a:xfrm>
            <a:off x="1524000" y="171450"/>
            <a:ext cx="7162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body" idx="1"/>
          </p:nvPr>
        </p:nvSpPr>
        <p:spPr>
          <a:xfrm rot="5400000">
            <a:off x="3331950" y="-760199"/>
            <a:ext cx="3623100" cy="70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61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1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1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2"/>
          <p:cNvSpPr txBox="1">
            <a:spLocks noGrp="1"/>
          </p:cNvSpPr>
          <p:nvPr>
            <p:ph type="title"/>
          </p:nvPr>
        </p:nvSpPr>
        <p:spPr>
          <a:xfrm rot="5400000">
            <a:off x="5579851" y="1487702"/>
            <a:ext cx="44232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2"/>
          <p:cNvSpPr txBox="1">
            <a:spLocks noGrp="1"/>
          </p:cNvSpPr>
          <p:nvPr>
            <p:ph type="body" idx="1"/>
          </p:nvPr>
        </p:nvSpPr>
        <p:spPr>
          <a:xfrm rot="5400000">
            <a:off x="1922251" y="-226799"/>
            <a:ext cx="4423200" cy="5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Заголовок и объект">
  <p:cSld name="16_Заголовок и объект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3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81" name="Google Shape;81;p63"/>
          <p:cNvPicPr preferRelativeResize="0"/>
          <p:nvPr/>
        </p:nvPicPr>
        <p:blipFill rotWithShape="1">
          <a:blip r:embed="rId2">
            <a:alphaModFix/>
          </a:blip>
          <a:srcRect b="64600"/>
          <a:stretch/>
        </p:blipFill>
        <p:spPr>
          <a:xfrm>
            <a:off x="7092280" y="489794"/>
            <a:ext cx="1287143" cy="30909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3"/>
          <p:cNvSpPr txBox="1">
            <a:spLocks noGrp="1"/>
          </p:cNvSpPr>
          <p:nvPr>
            <p:ph type="title"/>
          </p:nvPr>
        </p:nvSpPr>
        <p:spPr>
          <a:xfrm>
            <a:off x="519003" y="465517"/>
            <a:ext cx="81576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rgbClr val="7F7F7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3"/>
          <p:cNvSpPr/>
          <p:nvPr/>
        </p:nvSpPr>
        <p:spPr>
          <a:xfrm>
            <a:off x="323528" y="474311"/>
            <a:ext cx="72000" cy="351000"/>
          </a:xfrm>
          <a:prstGeom prst="rect">
            <a:avLst/>
          </a:prstGeom>
          <a:solidFill>
            <a:srgbClr val="E77817"/>
          </a:solidFill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в 2 колонки">
  <p:cSld name="Текст в 2 колонки"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4" descr="__РМИ_партнерс_презентация___02_000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49618" y="0"/>
            <a:ext cx="79438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4"/>
          <p:cNvSpPr txBox="1">
            <a:spLocks noGrp="1"/>
          </p:cNvSpPr>
          <p:nvPr>
            <p:ph type="title"/>
          </p:nvPr>
        </p:nvSpPr>
        <p:spPr>
          <a:xfrm>
            <a:off x="0" y="-3124"/>
            <a:ext cx="83883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7575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4"/>
          <p:cNvSpPr txBox="1">
            <a:spLocks noGrp="1"/>
          </p:cNvSpPr>
          <p:nvPr>
            <p:ph type="sldNum" idx="12"/>
          </p:nvPr>
        </p:nvSpPr>
        <p:spPr>
          <a:xfrm>
            <a:off x="8568954" y="4620166"/>
            <a:ext cx="46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body" idx="1"/>
          </p:nvPr>
        </p:nvSpPr>
        <p:spPr>
          <a:xfrm>
            <a:off x="0" y="1761661"/>
            <a:ext cx="8388300" cy="2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9225" tIns="0" rIns="112150" bIns="39550" anchor="t" anchorCtr="0">
            <a:noAutofit/>
          </a:bodyPr>
          <a:lstStyle>
            <a:lvl1pPr marL="457200" lvl="0" indent="-3048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Char char="•"/>
              <a:defRPr sz="1200"/>
            </a:lvl1pPr>
            <a:lvl2pPr marL="914400" lvl="1" indent="-330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body" idx="2"/>
          </p:nvPr>
        </p:nvSpPr>
        <p:spPr>
          <a:xfrm>
            <a:off x="0" y="951570"/>
            <a:ext cx="83883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9225" tIns="0" rIns="79125" bIns="39550" anchor="t" anchorCtr="0">
            <a:noAutofit/>
          </a:bodyPr>
          <a:lstStyle>
            <a:lvl1pPr marL="457200" lvl="0" indent="-317500" algn="l">
              <a:lnSpc>
                <a:spcPct val="1125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Times New Roman"/>
              <a:buChar char="•"/>
              <a:defRPr sz="1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траница с объектом">
  <p:cSld name="Страница с объектом"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" y="0"/>
            <a:ext cx="742826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5"/>
          <p:cNvSpPr txBox="1">
            <a:spLocks noGrp="1"/>
          </p:cNvSpPr>
          <p:nvPr>
            <p:ph type="sldNum" idx="12"/>
          </p:nvPr>
        </p:nvSpPr>
        <p:spPr>
          <a:xfrm>
            <a:off x="8532440" y="4566048"/>
            <a:ext cx="46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3" name="Google Shape;93;p65"/>
          <p:cNvSpPr txBox="1"/>
          <p:nvPr/>
        </p:nvSpPr>
        <p:spPr>
          <a:xfrm>
            <a:off x="0" y="897564"/>
            <a:ext cx="9163200" cy="5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8450" tIns="0" rIns="934625" bIns="3955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Times New Roman"/>
              <a:buNone/>
            </a:pPr>
            <a:endParaRPr sz="1600" b="1" i="0" u="none" strike="noStrike" cap="non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65"/>
          <p:cNvSpPr txBox="1">
            <a:spLocks noGrp="1"/>
          </p:cNvSpPr>
          <p:nvPr>
            <p:ph type="body" idx="1"/>
          </p:nvPr>
        </p:nvSpPr>
        <p:spPr>
          <a:xfrm>
            <a:off x="0" y="375047"/>
            <a:ext cx="8676600" cy="44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9225" tIns="0" rIns="79125" bIns="39550" anchor="t" anchorCtr="0">
            <a:noAutofit/>
          </a:bodyPr>
          <a:lstStyle>
            <a:lvl1pPr marL="457200" lvl="0" indent="-317500" algn="l">
              <a:lnSpc>
                <a:spcPct val="1125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Times New Roman"/>
              <a:buChar char="•"/>
              <a:defRPr sz="1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">
  <p:cSld name="Список в 2 колонки"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" y="0"/>
            <a:ext cx="742826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6"/>
          <p:cNvSpPr txBox="1">
            <a:spLocks noGrp="1"/>
          </p:cNvSpPr>
          <p:nvPr>
            <p:ph type="title"/>
          </p:nvPr>
        </p:nvSpPr>
        <p:spPr>
          <a:xfrm>
            <a:off x="0" y="-3124"/>
            <a:ext cx="86766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7575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6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112150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0412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6"/>
          <p:cNvSpPr txBox="1">
            <a:spLocks noGrp="1"/>
          </p:cNvSpPr>
          <p:nvPr>
            <p:ph type="sldNum" idx="12"/>
          </p:nvPr>
        </p:nvSpPr>
        <p:spPr>
          <a:xfrm>
            <a:off x="8532440" y="4566048"/>
            <a:ext cx="46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0" name="Google Shape;100;p66"/>
          <p:cNvSpPr txBox="1"/>
          <p:nvPr/>
        </p:nvSpPr>
        <p:spPr>
          <a:xfrm>
            <a:off x="0" y="803673"/>
            <a:ext cx="9163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8450" tIns="0" rIns="934625" bIns="3955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Times New Roman"/>
              <a:buNone/>
            </a:pPr>
            <a:endParaRPr sz="1600" b="1" i="0" u="none" strike="noStrike" cap="none">
              <a:solidFill>
                <a:srgbClr val="7979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6"/>
          <p:cNvSpPr txBox="1"/>
          <p:nvPr/>
        </p:nvSpPr>
        <p:spPr>
          <a:xfrm>
            <a:off x="0" y="1275606"/>
            <a:ext cx="9144000" cy="32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700" tIns="0" rIns="934625" bIns="39550" anchor="t" anchorCtr="0">
            <a:noAutofit/>
          </a:bodyPr>
          <a:lstStyle/>
          <a:p>
            <a:pPr marL="241300" marR="0" lvl="0" indent="-13970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C37A4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A7C2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66"/>
          <p:cNvSpPr txBox="1">
            <a:spLocks noGrp="1"/>
          </p:cNvSpPr>
          <p:nvPr>
            <p:ph type="body" idx="1"/>
          </p:nvPr>
        </p:nvSpPr>
        <p:spPr>
          <a:xfrm>
            <a:off x="0" y="951570"/>
            <a:ext cx="86766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9225" tIns="0" rIns="79125" bIns="39550" anchor="t" anchorCtr="0">
            <a:noAutofit/>
          </a:bodyPr>
          <a:lstStyle>
            <a:lvl1pPr marL="457200" lvl="0" indent="-317500" algn="l">
              <a:lnSpc>
                <a:spcPct val="112500"/>
              </a:lnSpc>
              <a:spcBef>
                <a:spcPts val="30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Times New Roman"/>
              <a:buChar char="•"/>
              <a:defRPr sz="1400" b="1">
                <a:solidFill>
                  <a:srgbClr val="75757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66"/>
          <p:cNvSpPr txBox="1">
            <a:spLocks noGrp="1"/>
          </p:cNvSpPr>
          <p:nvPr>
            <p:ph type="body" idx="2"/>
          </p:nvPr>
        </p:nvSpPr>
        <p:spPr>
          <a:xfrm>
            <a:off x="0" y="1762125"/>
            <a:ext cx="8676600" cy="28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4800" tIns="0" rIns="112150" bIns="39550" anchor="t" anchorCtr="0">
            <a:noAutofit/>
          </a:bodyPr>
          <a:lstStyle>
            <a:lvl1pPr marL="457200" lvl="0" indent="-3048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66"/>
          <p:cNvSpPr txBox="1"/>
          <p:nvPr/>
        </p:nvSpPr>
        <p:spPr>
          <a:xfrm>
            <a:off x="6548462" y="4575089"/>
            <a:ext cx="21279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150" rIns="112150" bIns="324000" anchor="b" anchorCtr="0">
            <a:noAutofit/>
          </a:bodyPr>
          <a:lstStyle/>
          <a:p>
            <a:pPr marL="0" marR="0" lvl="0" indent="0" algn="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1D4FA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разцы текста в 2 колонки">
  <p:cSld name="Образцы текста в 2 колонки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" y="0"/>
            <a:ext cx="742826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7"/>
          <p:cNvSpPr txBox="1">
            <a:spLocks noGrp="1"/>
          </p:cNvSpPr>
          <p:nvPr>
            <p:ph type="title"/>
          </p:nvPr>
        </p:nvSpPr>
        <p:spPr>
          <a:xfrm>
            <a:off x="0" y="-3124"/>
            <a:ext cx="86766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75757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67"/>
          <p:cNvSpPr txBox="1">
            <a:spLocks noGrp="1"/>
          </p:cNvSpPr>
          <p:nvPr>
            <p:ph type="sldNum" idx="12"/>
          </p:nvPr>
        </p:nvSpPr>
        <p:spPr>
          <a:xfrm>
            <a:off x="8532440" y="4566048"/>
            <a:ext cx="46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9" name="Google Shape;109;p67"/>
          <p:cNvSpPr txBox="1"/>
          <p:nvPr/>
        </p:nvSpPr>
        <p:spPr>
          <a:xfrm>
            <a:off x="0" y="803673"/>
            <a:ext cx="9163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8450" tIns="0" rIns="934625" bIns="39550" anchor="t" anchorCtr="0">
            <a:no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600"/>
              <a:buFont typeface="Times New Roman"/>
              <a:buNone/>
            </a:pPr>
            <a:endParaRPr sz="1600" b="1" i="0" u="none" strike="noStrike" cap="none">
              <a:solidFill>
                <a:srgbClr val="7F7F7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67"/>
          <p:cNvSpPr txBox="1">
            <a:spLocks noGrp="1"/>
          </p:cNvSpPr>
          <p:nvPr>
            <p:ph type="body" idx="1"/>
          </p:nvPr>
        </p:nvSpPr>
        <p:spPr>
          <a:xfrm>
            <a:off x="0" y="951570"/>
            <a:ext cx="8676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9225" tIns="0" rIns="79125" bIns="39550" anchor="t" anchorCtr="0">
            <a:noAutofit/>
          </a:bodyPr>
          <a:lstStyle>
            <a:lvl1pPr marL="457200" lvl="0" indent="-317500" algn="l">
              <a:lnSpc>
                <a:spcPct val="1125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Times New Roman"/>
              <a:buChar char="•"/>
              <a:defRPr sz="1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67"/>
          <p:cNvSpPr txBox="1">
            <a:spLocks noGrp="1"/>
          </p:cNvSpPr>
          <p:nvPr>
            <p:ph type="body" idx="2"/>
          </p:nvPr>
        </p:nvSpPr>
        <p:spPr>
          <a:xfrm>
            <a:off x="0" y="1762125"/>
            <a:ext cx="4140000" cy="1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4800" tIns="0" rIns="0" bIns="39550" anchor="t" anchorCtr="0">
            <a:noAutofit/>
          </a:bodyPr>
          <a:lstStyle>
            <a:lvl1pPr marL="457200" lvl="0" indent="-3048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67"/>
          <p:cNvSpPr txBox="1">
            <a:spLocks noGrp="1"/>
          </p:cNvSpPr>
          <p:nvPr>
            <p:ph type="body" idx="3"/>
          </p:nvPr>
        </p:nvSpPr>
        <p:spPr>
          <a:xfrm>
            <a:off x="0" y="2949793"/>
            <a:ext cx="4140000" cy="16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8450" tIns="0" rIns="0" bIns="395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Times New Roman"/>
              <a:buNone/>
              <a:defRPr b="1">
                <a:solidFill>
                  <a:srgbClr val="757575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67"/>
          <p:cNvSpPr txBox="1">
            <a:spLocks noGrp="1"/>
          </p:cNvSpPr>
          <p:nvPr>
            <p:ph type="body" idx="4"/>
          </p:nvPr>
        </p:nvSpPr>
        <p:spPr>
          <a:xfrm>
            <a:off x="4211960" y="1762125"/>
            <a:ext cx="4140000" cy="1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8450" tIns="0" rIns="112150" bIns="395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mes New Roman"/>
              <a:buNone/>
              <a:defRPr sz="1400" b="1">
                <a:solidFill>
                  <a:schemeClr val="accent4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67"/>
          <p:cNvSpPr txBox="1">
            <a:spLocks noGrp="1"/>
          </p:cNvSpPr>
          <p:nvPr>
            <p:ph type="body" idx="5"/>
          </p:nvPr>
        </p:nvSpPr>
        <p:spPr>
          <a:xfrm>
            <a:off x="4211960" y="2954908"/>
            <a:ext cx="4140000" cy="16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8450" tIns="0" rIns="112150" bIns="39550" anchor="t" anchorCtr="0">
            <a:no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Times New Roman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7"/>
          <p:cNvSpPr txBox="1"/>
          <p:nvPr/>
        </p:nvSpPr>
        <p:spPr>
          <a:xfrm>
            <a:off x="7242176" y="4575089"/>
            <a:ext cx="14343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150" rIns="112150" bIns="324000" anchor="b" anchorCtr="0">
            <a:noAutofit/>
          </a:bodyPr>
          <a:lstStyle/>
          <a:p>
            <a:pPr marL="0" marR="0" lvl="0" indent="0" algn="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16.11.2020</a:t>
            </a:r>
            <a:endParaRPr sz="1000" b="0" i="0" u="none" strike="noStrike" cap="none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67"/>
          <p:cNvSpPr txBox="1">
            <a:spLocks noGrp="1"/>
          </p:cNvSpPr>
          <p:nvPr>
            <p:ph type="ftr" idx="11"/>
          </p:nvPr>
        </p:nvSpPr>
        <p:spPr>
          <a:xfrm>
            <a:off x="0" y="4566048"/>
            <a:ext cx="72423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50" tIns="39550" rIns="79125" bIns="395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0412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8"/>
          <p:cNvSpPr txBox="1">
            <a:spLocks noGrp="1"/>
          </p:cNvSpPr>
          <p:nvPr>
            <p:ph type="ftr" idx="11"/>
          </p:nvPr>
        </p:nvSpPr>
        <p:spPr>
          <a:xfrm>
            <a:off x="4030663" y="185738"/>
            <a:ext cx="465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9"/>
          <p:cNvSpPr txBox="1">
            <a:spLocks noGrp="1"/>
          </p:cNvSpPr>
          <p:nvPr>
            <p:ph type="body" idx="1"/>
          </p:nvPr>
        </p:nvSpPr>
        <p:spPr>
          <a:xfrm>
            <a:off x="681231" y="1282500"/>
            <a:ext cx="7879500" cy="10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lvl="0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69"/>
          <p:cNvSpPr txBox="1">
            <a:spLocks noGrp="1"/>
          </p:cNvSpPr>
          <p:nvPr>
            <p:ph type="title"/>
          </p:nvPr>
        </p:nvSpPr>
        <p:spPr>
          <a:xfrm>
            <a:off x="681231" y="540000"/>
            <a:ext cx="78795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9"/>
          <p:cNvSpPr/>
          <p:nvPr/>
        </p:nvSpPr>
        <p:spPr>
          <a:xfrm>
            <a:off x="7640138" y="167315"/>
            <a:ext cx="920464" cy="203868"/>
          </a:xfrm>
          <a:custGeom>
            <a:avLst/>
            <a:gdLst/>
            <a:ahLst/>
            <a:cxnLst/>
            <a:rect l="l" t="t" r="r" b="b"/>
            <a:pathLst>
              <a:path w="5445" h="1483" extrusionOk="0">
                <a:moveTo>
                  <a:pt x="1515" y="1355"/>
                </a:moveTo>
                <a:lnTo>
                  <a:pt x="1512" y="1355"/>
                </a:lnTo>
                <a:lnTo>
                  <a:pt x="1510" y="1355"/>
                </a:lnTo>
                <a:lnTo>
                  <a:pt x="1505" y="1355"/>
                </a:lnTo>
                <a:lnTo>
                  <a:pt x="1488" y="1356"/>
                </a:lnTo>
                <a:lnTo>
                  <a:pt x="1483" y="1357"/>
                </a:lnTo>
                <a:lnTo>
                  <a:pt x="1481" y="1357"/>
                </a:lnTo>
                <a:lnTo>
                  <a:pt x="1477" y="1359"/>
                </a:lnTo>
                <a:lnTo>
                  <a:pt x="1476" y="1359"/>
                </a:lnTo>
                <a:lnTo>
                  <a:pt x="1473" y="1360"/>
                </a:lnTo>
                <a:lnTo>
                  <a:pt x="1471" y="1360"/>
                </a:lnTo>
                <a:lnTo>
                  <a:pt x="1470" y="1361"/>
                </a:lnTo>
                <a:lnTo>
                  <a:pt x="1467" y="1361"/>
                </a:lnTo>
                <a:lnTo>
                  <a:pt x="1466" y="1362"/>
                </a:lnTo>
                <a:lnTo>
                  <a:pt x="1463" y="1363"/>
                </a:lnTo>
                <a:lnTo>
                  <a:pt x="1460" y="1365"/>
                </a:lnTo>
                <a:lnTo>
                  <a:pt x="1458" y="1366"/>
                </a:lnTo>
                <a:lnTo>
                  <a:pt x="1456" y="1367"/>
                </a:lnTo>
                <a:lnTo>
                  <a:pt x="1454" y="1368"/>
                </a:lnTo>
                <a:lnTo>
                  <a:pt x="1450" y="1372"/>
                </a:lnTo>
                <a:lnTo>
                  <a:pt x="1448" y="1374"/>
                </a:lnTo>
                <a:lnTo>
                  <a:pt x="1447" y="1377"/>
                </a:lnTo>
                <a:lnTo>
                  <a:pt x="1446" y="1379"/>
                </a:lnTo>
                <a:lnTo>
                  <a:pt x="1444" y="1383"/>
                </a:lnTo>
                <a:lnTo>
                  <a:pt x="1443" y="1387"/>
                </a:lnTo>
                <a:lnTo>
                  <a:pt x="1442" y="1389"/>
                </a:lnTo>
                <a:lnTo>
                  <a:pt x="1441" y="1396"/>
                </a:lnTo>
                <a:lnTo>
                  <a:pt x="1441" y="1402"/>
                </a:lnTo>
                <a:lnTo>
                  <a:pt x="1442" y="1410"/>
                </a:lnTo>
                <a:lnTo>
                  <a:pt x="1444" y="1415"/>
                </a:lnTo>
                <a:lnTo>
                  <a:pt x="1444" y="1417"/>
                </a:lnTo>
                <a:lnTo>
                  <a:pt x="1446" y="1420"/>
                </a:lnTo>
                <a:lnTo>
                  <a:pt x="1446" y="1421"/>
                </a:lnTo>
                <a:lnTo>
                  <a:pt x="1447" y="1424"/>
                </a:lnTo>
                <a:lnTo>
                  <a:pt x="1448" y="1426"/>
                </a:lnTo>
                <a:lnTo>
                  <a:pt x="1449" y="1427"/>
                </a:lnTo>
                <a:lnTo>
                  <a:pt x="1452" y="1429"/>
                </a:lnTo>
                <a:lnTo>
                  <a:pt x="1455" y="1433"/>
                </a:lnTo>
                <a:lnTo>
                  <a:pt x="1456" y="1434"/>
                </a:lnTo>
                <a:lnTo>
                  <a:pt x="1459" y="1437"/>
                </a:lnTo>
                <a:lnTo>
                  <a:pt x="1461" y="1438"/>
                </a:lnTo>
                <a:lnTo>
                  <a:pt x="1463" y="1439"/>
                </a:lnTo>
                <a:lnTo>
                  <a:pt x="1465" y="1439"/>
                </a:lnTo>
                <a:lnTo>
                  <a:pt x="1467" y="1442"/>
                </a:lnTo>
                <a:lnTo>
                  <a:pt x="1472" y="1444"/>
                </a:lnTo>
                <a:lnTo>
                  <a:pt x="1475" y="1444"/>
                </a:lnTo>
                <a:lnTo>
                  <a:pt x="1477" y="1445"/>
                </a:lnTo>
                <a:lnTo>
                  <a:pt x="1478" y="1446"/>
                </a:lnTo>
                <a:lnTo>
                  <a:pt x="1481" y="1446"/>
                </a:lnTo>
                <a:lnTo>
                  <a:pt x="1482" y="1448"/>
                </a:lnTo>
                <a:lnTo>
                  <a:pt x="1484" y="1448"/>
                </a:lnTo>
                <a:lnTo>
                  <a:pt x="1487" y="1449"/>
                </a:lnTo>
                <a:lnTo>
                  <a:pt x="1489" y="1449"/>
                </a:lnTo>
                <a:lnTo>
                  <a:pt x="1492" y="1450"/>
                </a:lnTo>
                <a:lnTo>
                  <a:pt x="1495" y="1450"/>
                </a:lnTo>
                <a:lnTo>
                  <a:pt x="1506" y="1452"/>
                </a:lnTo>
                <a:lnTo>
                  <a:pt x="1512" y="1452"/>
                </a:lnTo>
                <a:lnTo>
                  <a:pt x="1516" y="1452"/>
                </a:lnTo>
                <a:lnTo>
                  <a:pt x="1519" y="1452"/>
                </a:lnTo>
                <a:lnTo>
                  <a:pt x="1527" y="1452"/>
                </a:lnTo>
                <a:lnTo>
                  <a:pt x="1535" y="1452"/>
                </a:lnTo>
                <a:lnTo>
                  <a:pt x="1545" y="1451"/>
                </a:lnTo>
                <a:lnTo>
                  <a:pt x="1547" y="1450"/>
                </a:lnTo>
                <a:lnTo>
                  <a:pt x="1550" y="1450"/>
                </a:lnTo>
                <a:lnTo>
                  <a:pt x="1553" y="1449"/>
                </a:lnTo>
                <a:lnTo>
                  <a:pt x="1556" y="1449"/>
                </a:lnTo>
                <a:lnTo>
                  <a:pt x="1558" y="1448"/>
                </a:lnTo>
                <a:lnTo>
                  <a:pt x="1559" y="1448"/>
                </a:lnTo>
                <a:lnTo>
                  <a:pt x="1562" y="1446"/>
                </a:lnTo>
                <a:lnTo>
                  <a:pt x="1563" y="1446"/>
                </a:lnTo>
                <a:lnTo>
                  <a:pt x="1564" y="1445"/>
                </a:lnTo>
                <a:lnTo>
                  <a:pt x="1566" y="1445"/>
                </a:lnTo>
                <a:lnTo>
                  <a:pt x="1569" y="1444"/>
                </a:lnTo>
                <a:lnTo>
                  <a:pt x="1573" y="1442"/>
                </a:lnTo>
                <a:lnTo>
                  <a:pt x="1576" y="1440"/>
                </a:lnTo>
                <a:lnTo>
                  <a:pt x="1579" y="1439"/>
                </a:lnTo>
                <a:lnTo>
                  <a:pt x="1581" y="1438"/>
                </a:lnTo>
                <a:lnTo>
                  <a:pt x="1582" y="1437"/>
                </a:lnTo>
                <a:lnTo>
                  <a:pt x="1583" y="1434"/>
                </a:lnTo>
                <a:lnTo>
                  <a:pt x="1587" y="1432"/>
                </a:lnTo>
                <a:lnTo>
                  <a:pt x="1592" y="1427"/>
                </a:lnTo>
                <a:lnTo>
                  <a:pt x="1594" y="1424"/>
                </a:lnTo>
                <a:lnTo>
                  <a:pt x="1595" y="1423"/>
                </a:lnTo>
                <a:lnTo>
                  <a:pt x="1595" y="1421"/>
                </a:lnTo>
                <a:lnTo>
                  <a:pt x="1598" y="1418"/>
                </a:lnTo>
                <a:lnTo>
                  <a:pt x="1598" y="1417"/>
                </a:lnTo>
                <a:lnTo>
                  <a:pt x="1599" y="1415"/>
                </a:lnTo>
                <a:lnTo>
                  <a:pt x="1600" y="1411"/>
                </a:lnTo>
                <a:lnTo>
                  <a:pt x="1600" y="1409"/>
                </a:lnTo>
                <a:lnTo>
                  <a:pt x="1602" y="1406"/>
                </a:lnTo>
                <a:lnTo>
                  <a:pt x="1602" y="1400"/>
                </a:lnTo>
                <a:lnTo>
                  <a:pt x="1603" y="1398"/>
                </a:lnTo>
                <a:lnTo>
                  <a:pt x="1603" y="1394"/>
                </a:lnTo>
                <a:lnTo>
                  <a:pt x="1602" y="1389"/>
                </a:lnTo>
                <a:lnTo>
                  <a:pt x="1602" y="1387"/>
                </a:lnTo>
                <a:lnTo>
                  <a:pt x="1597" y="1377"/>
                </a:lnTo>
                <a:lnTo>
                  <a:pt x="1592" y="1372"/>
                </a:lnTo>
                <a:lnTo>
                  <a:pt x="1589" y="1370"/>
                </a:lnTo>
                <a:lnTo>
                  <a:pt x="1582" y="1366"/>
                </a:lnTo>
                <a:lnTo>
                  <a:pt x="1575" y="1362"/>
                </a:lnTo>
                <a:lnTo>
                  <a:pt x="1565" y="1360"/>
                </a:lnTo>
                <a:lnTo>
                  <a:pt x="1562" y="1359"/>
                </a:lnTo>
                <a:lnTo>
                  <a:pt x="1557" y="1357"/>
                </a:lnTo>
                <a:lnTo>
                  <a:pt x="1546" y="1356"/>
                </a:lnTo>
                <a:lnTo>
                  <a:pt x="1536" y="1355"/>
                </a:lnTo>
                <a:lnTo>
                  <a:pt x="1515" y="1355"/>
                </a:lnTo>
                <a:close/>
                <a:moveTo>
                  <a:pt x="4110" y="1217"/>
                </a:moveTo>
                <a:lnTo>
                  <a:pt x="4104" y="1217"/>
                </a:lnTo>
                <a:lnTo>
                  <a:pt x="4098" y="1219"/>
                </a:lnTo>
                <a:lnTo>
                  <a:pt x="4094" y="1219"/>
                </a:lnTo>
                <a:lnTo>
                  <a:pt x="4090" y="1219"/>
                </a:lnTo>
                <a:lnTo>
                  <a:pt x="4088" y="1219"/>
                </a:lnTo>
                <a:lnTo>
                  <a:pt x="4085" y="1221"/>
                </a:lnTo>
                <a:lnTo>
                  <a:pt x="4083" y="1221"/>
                </a:lnTo>
                <a:lnTo>
                  <a:pt x="4062" y="1227"/>
                </a:lnTo>
                <a:lnTo>
                  <a:pt x="4059" y="1228"/>
                </a:lnTo>
                <a:lnTo>
                  <a:pt x="4056" y="1229"/>
                </a:lnTo>
                <a:lnTo>
                  <a:pt x="4054" y="1230"/>
                </a:lnTo>
                <a:lnTo>
                  <a:pt x="4049" y="1233"/>
                </a:lnTo>
                <a:lnTo>
                  <a:pt x="4044" y="1235"/>
                </a:lnTo>
                <a:lnTo>
                  <a:pt x="4043" y="1236"/>
                </a:lnTo>
                <a:lnTo>
                  <a:pt x="4042" y="1238"/>
                </a:lnTo>
                <a:lnTo>
                  <a:pt x="4039" y="1239"/>
                </a:lnTo>
                <a:lnTo>
                  <a:pt x="4038" y="1240"/>
                </a:lnTo>
                <a:lnTo>
                  <a:pt x="4035" y="1244"/>
                </a:lnTo>
                <a:lnTo>
                  <a:pt x="4029" y="1249"/>
                </a:lnTo>
                <a:lnTo>
                  <a:pt x="4027" y="1251"/>
                </a:lnTo>
                <a:lnTo>
                  <a:pt x="4026" y="1254"/>
                </a:lnTo>
                <a:lnTo>
                  <a:pt x="4025" y="1256"/>
                </a:lnTo>
                <a:lnTo>
                  <a:pt x="4024" y="1257"/>
                </a:lnTo>
                <a:lnTo>
                  <a:pt x="4023" y="1260"/>
                </a:lnTo>
                <a:lnTo>
                  <a:pt x="4021" y="1262"/>
                </a:lnTo>
                <a:lnTo>
                  <a:pt x="4021" y="1263"/>
                </a:lnTo>
                <a:lnTo>
                  <a:pt x="4020" y="1266"/>
                </a:lnTo>
                <a:lnTo>
                  <a:pt x="4019" y="1272"/>
                </a:lnTo>
                <a:lnTo>
                  <a:pt x="4018" y="1274"/>
                </a:lnTo>
                <a:lnTo>
                  <a:pt x="4018" y="1278"/>
                </a:lnTo>
                <a:lnTo>
                  <a:pt x="4017" y="1283"/>
                </a:lnTo>
                <a:lnTo>
                  <a:pt x="4017" y="1289"/>
                </a:lnTo>
                <a:lnTo>
                  <a:pt x="4017" y="1293"/>
                </a:lnTo>
                <a:lnTo>
                  <a:pt x="4017" y="1295"/>
                </a:lnTo>
                <a:lnTo>
                  <a:pt x="4017" y="1299"/>
                </a:lnTo>
                <a:lnTo>
                  <a:pt x="4020" y="1308"/>
                </a:lnTo>
                <a:lnTo>
                  <a:pt x="4021" y="1311"/>
                </a:lnTo>
                <a:lnTo>
                  <a:pt x="4023" y="1313"/>
                </a:lnTo>
                <a:lnTo>
                  <a:pt x="4025" y="1316"/>
                </a:lnTo>
                <a:lnTo>
                  <a:pt x="4027" y="1317"/>
                </a:lnTo>
                <a:lnTo>
                  <a:pt x="4029" y="1321"/>
                </a:lnTo>
                <a:lnTo>
                  <a:pt x="4032" y="1323"/>
                </a:lnTo>
                <a:lnTo>
                  <a:pt x="4033" y="1324"/>
                </a:lnTo>
                <a:lnTo>
                  <a:pt x="4036" y="1324"/>
                </a:lnTo>
                <a:lnTo>
                  <a:pt x="4038" y="1326"/>
                </a:lnTo>
                <a:lnTo>
                  <a:pt x="4041" y="1327"/>
                </a:lnTo>
                <a:lnTo>
                  <a:pt x="4050" y="1330"/>
                </a:lnTo>
                <a:lnTo>
                  <a:pt x="4056" y="1330"/>
                </a:lnTo>
                <a:lnTo>
                  <a:pt x="4062" y="1330"/>
                </a:lnTo>
                <a:lnTo>
                  <a:pt x="4068" y="1329"/>
                </a:lnTo>
                <a:lnTo>
                  <a:pt x="4073" y="1328"/>
                </a:lnTo>
                <a:lnTo>
                  <a:pt x="4076" y="1328"/>
                </a:lnTo>
                <a:lnTo>
                  <a:pt x="4078" y="1327"/>
                </a:lnTo>
                <a:lnTo>
                  <a:pt x="4082" y="1324"/>
                </a:lnTo>
                <a:lnTo>
                  <a:pt x="4085" y="1323"/>
                </a:lnTo>
                <a:lnTo>
                  <a:pt x="4087" y="1322"/>
                </a:lnTo>
                <a:lnTo>
                  <a:pt x="4089" y="1321"/>
                </a:lnTo>
                <a:lnTo>
                  <a:pt x="4090" y="1319"/>
                </a:lnTo>
                <a:lnTo>
                  <a:pt x="4096" y="1313"/>
                </a:lnTo>
                <a:lnTo>
                  <a:pt x="4099" y="1312"/>
                </a:lnTo>
                <a:lnTo>
                  <a:pt x="4100" y="1310"/>
                </a:lnTo>
                <a:lnTo>
                  <a:pt x="4101" y="1307"/>
                </a:lnTo>
                <a:lnTo>
                  <a:pt x="4102" y="1306"/>
                </a:lnTo>
                <a:lnTo>
                  <a:pt x="4102" y="1304"/>
                </a:lnTo>
                <a:lnTo>
                  <a:pt x="4105" y="1300"/>
                </a:lnTo>
                <a:lnTo>
                  <a:pt x="4105" y="1299"/>
                </a:lnTo>
                <a:lnTo>
                  <a:pt x="4107" y="1294"/>
                </a:lnTo>
                <a:lnTo>
                  <a:pt x="4107" y="1291"/>
                </a:lnTo>
                <a:lnTo>
                  <a:pt x="4110" y="1283"/>
                </a:lnTo>
                <a:lnTo>
                  <a:pt x="4110" y="1278"/>
                </a:lnTo>
                <a:lnTo>
                  <a:pt x="4110" y="1273"/>
                </a:lnTo>
                <a:lnTo>
                  <a:pt x="4110" y="1267"/>
                </a:lnTo>
                <a:lnTo>
                  <a:pt x="4110" y="1257"/>
                </a:lnTo>
                <a:lnTo>
                  <a:pt x="4110" y="1217"/>
                </a:lnTo>
                <a:close/>
                <a:moveTo>
                  <a:pt x="835" y="1217"/>
                </a:moveTo>
                <a:lnTo>
                  <a:pt x="829" y="1217"/>
                </a:lnTo>
                <a:lnTo>
                  <a:pt x="823" y="1219"/>
                </a:lnTo>
                <a:lnTo>
                  <a:pt x="817" y="1219"/>
                </a:lnTo>
                <a:lnTo>
                  <a:pt x="815" y="1219"/>
                </a:lnTo>
                <a:lnTo>
                  <a:pt x="811" y="1221"/>
                </a:lnTo>
                <a:lnTo>
                  <a:pt x="809" y="1221"/>
                </a:lnTo>
                <a:lnTo>
                  <a:pt x="806" y="1222"/>
                </a:lnTo>
                <a:lnTo>
                  <a:pt x="804" y="1222"/>
                </a:lnTo>
                <a:lnTo>
                  <a:pt x="799" y="1223"/>
                </a:lnTo>
                <a:lnTo>
                  <a:pt x="794" y="1224"/>
                </a:lnTo>
                <a:lnTo>
                  <a:pt x="793" y="1225"/>
                </a:lnTo>
                <a:lnTo>
                  <a:pt x="786" y="1228"/>
                </a:lnTo>
                <a:lnTo>
                  <a:pt x="781" y="1229"/>
                </a:lnTo>
                <a:lnTo>
                  <a:pt x="778" y="1230"/>
                </a:lnTo>
                <a:lnTo>
                  <a:pt x="777" y="1232"/>
                </a:lnTo>
                <a:lnTo>
                  <a:pt x="774" y="1233"/>
                </a:lnTo>
                <a:lnTo>
                  <a:pt x="771" y="1234"/>
                </a:lnTo>
                <a:lnTo>
                  <a:pt x="766" y="1236"/>
                </a:lnTo>
                <a:lnTo>
                  <a:pt x="765" y="1238"/>
                </a:lnTo>
                <a:lnTo>
                  <a:pt x="764" y="1239"/>
                </a:lnTo>
                <a:lnTo>
                  <a:pt x="763" y="1240"/>
                </a:lnTo>
                <a:lnTo>
                  <a:pt x="758" y="1244"/>
                </a:lnTo>
                <a:lnTo>
                  <a:pt x="755" y="1246"/>
                </a:lnTo>
                <a:lnTo>
                  <a:pt x="752" y="1250"/>
                </a:lnTo>
                <a:lnTo>
                  <a:pt x="751" y="1251"/>
                </a:lnTo>
                <a:lnTo>
                  <a:pt x="749" y="1254"/>
                </a:lnTo>
                <a:lnTo>
                  <a:pt x="748" y="1255"/>
                </a:lnTo>
                <a:lnTo>
                  <a:pt x="748" y="1257"/>
                </a:lnTo>
                <a:lnTo>
                  <a:pt x="746" y="1262"/>
                </a:lnTo>
                <a:lnTo>
                  <a:pt x="745" y="1263"/>
                </a:lnTo>
                <a:lnTo>
                  <a:pt x="743" y="1267"/>
                </a:lnTo>
                <a:lnTo>
                  <a:pt x="743" y="1269"/>
                </a:lnTo>
                <a:lnTo>
                  <a:pt x="742" y="1272"/>
                </a:lnTo>
                <a:lnTo>
                  <a:pt x="742" y="1274"/>
                </a:lnTo>
                <a:lnTo>
                  <a:pt x="741" y="1278"/>
                </a:lnTo>
                <a:lnTo>
                  <a:pt x="741" y="1283"/>
                </a:lnTo>
                <a:lnTo>
                  <a:pt x="740" y="1289"/>
                </a:lnTo>
                <a:lnTo>
                  <a:pt x="740" y="1293"/>
                </a:lnTo>
                <a:lnTo>
                  <a:pt x="740" y="1296"/>
                </a:lnTo>
                <a:lnTo>
                  <a:pt x="741" y="1300"/>
                </a:lnTo>
                <a:lnTo>
                  <a:pt x="741" y="1302"/>
                </a:lnTo>
                <a:lnTo>
                  <a:pt x="743" y="1307"/>
                </a:lnTo>
                <a:lnTo>
                  <a:pt x="745" y="1311"/>
                </a:lnTo>
                <a:lnTo>
                  <a:pt x="747" y="1315"/>
                </a:lnTo>
                <a:lnTo>
                  <a:pt x="748" y="1316"/>
                </a:lnTo>
                <a:lnTo>
                  <a:pt x="749" y="1317"/>
                </a:lnTo>
                <a:lnTo>
                  <a:pt x="752" y="1321"/>
                </a:lnTo>
                <a:lnTo>
                  <a:pt x="753" y="1322"/>
                </a:lnTo>
                <a:lnTo>
                  <a:pt x="755" y="1323"/>
                </a:lnTo>
                <a:lnTo>
                  <a:pt x="757" y="1324"/>
                </a:lnTo>
                <a:lnTo>
                  <a:pt x="759" y="1326"/>
                </a:lnTo>
                <a:lnTo>
                  <a:pt x="761" y="1327"/>
                </a:lnTo>
                <a:lnTo>
                  <a:pt x="764" y="1328"/>
                </a:lnTo>
                <a:lnTo>
                  <a:pt x="766" y="1329"/>
                </a:lnTo>
                <a:lnTo>
                  <a:pt x="770" y="1330"/>
                </a:lnTo>
                <a:lnTo>
                  <a:pt x="774" y="1330"/>
                </a:lnTo>
                <a:lnTo>
                  <a:pt x="778" y="1332"/>
                </a:lnTo>
                <a:lnTo>
                  <a:pt x="781" y="1332"/>
                </a:lnTo>
                <a:lnTo>
                  <a:pt x="786" y="1332"/>
                </a:lnTo>
                <a:lnTo>
                  <a:pt x="792" y="1330"/>
                </a:lnTo>
                <a:lnTo>
                  <a:pt x="794" y="1330"/>
                </a:lnTo>
                <a:lnTo>
                  <a:pt x="797" y="1330"/>
                </a:lnTo>
                <a:lnTo>
                  <a:pt x="799" y="1329"/>
                </a:lnTo>
                <a:lnTo>
                  <a:pt x="801" y="1328"/>
                </a:lnTo>
                <a:lnTo>
                  <a:pt x="805" y="1327"/>
                </a:lnTo>
                <a:lnTo>
                  <a:pt x="807" y="1326"/>
                </a:lnTo>
                <a:lnTo>
                  <a:pt x="811" y="1323"/>
                </a:lnTo>
                <a:lnTo>
                  <a:pt x="812" y="1322"/>
                </a:lnTo>
                <a:lnTo>
                  <a:pt x="813" y="1321"/>
                </a:lnTo>
                <a:lnTo>
                  <a:pt x="817" y="1318"/>
                </a:lnTo>
                <a:lnTo>
                  <a:pt x="821" y="1315"/>
                </a:lnTo>
                <a:lnTo>
                  <a:pt x="822" y="1313"/>
                </a:lnTo>
                <a:lnTo>
                  <a:pt x="824" y="1311"/>
                </a:lnTo>
                <a:lnTo>
                  <a:pt x="826" y="1310"/>
                </a:lnTo>
                <a:lnTo>
                  <a:pt x="827" y="1307"/>
                </a:lnTo>
                <a:lnTo>
                  <a:pt x="827" y="1306"/>
                </a:lnTo>
                <a:lnTo>
                  <a:pt x="830" y="1300"/>
                </a:lnTo>
                <a:lnTo>
                  <a:pt x="833" y="1293"/>
                </a:lnTo>
                <a:lnTo>
                  <a:pt x="834" y="1287"/>
                </a:lnTo>
                <a:lnTo>
                  <a:pt x="834" y="1280"/>
                </a:lnTo>
                <a:lnTo>
                  <a:pt x="835" y="1266"/>
                </a:lnTo>
                <a:lnTo>
                  <a:pt x="835" y="1217"/>
                </a:lnTo>
                <a:close/>
                <a:moveTo>
                  <a:pt x="1172" y="1208"/>
                </a:moveTo>
                <a:lnTo>
                  <a:pt x="1177" y="1208"/>
                </a:lnTo>
                <a:lnTo>
                  <a:pt x="1181" y="1207"/>
                </a:lnTo>
                <a:lnTo>
                  <a:pt x="1187" y="1205"/>
                </a:lnTo>
                <a:lnTo>
                  <a:pt x="1192" y="1205"/>
                </a:lnTo>
                <a:lnTo>
                  <a:pt x="1201" y="1202"/>
                </a:lnTo>
                <a:lnTo>
                  <a:pt x="1206" y="1201"/>
                </a:lnTo>
                <a:lnTo>
                  <a:pt x="1211" y="1200"/>
                </a:lnTo>
                <a:lnTo>
                  <a:pt x="1214" y="1200"/>
                </a:lnTo>
                <a:lnTo>
                  <a:pt x="1216" y="1199"/>
                </a:lnTo>
                <a:lnTo>
                  <a:pt x="1218" y="1199"/>
                </a:lnTo>
                <a:lnTo>
                  <a:pt x="1221" y="1197"/>
                </a:lnTo>
                <a:lnTo>
                  <a:pt x="1227" y="1196"/>
                </a:lnTo>
                <a:lnTo>
                  <a:pt x="1234" y="1194"/>
                </a:lnTo>
                <a:lnTo>
                  <a:pt x="1249" y="1190"/>
                </a:lnTo>
                <a:lnTo>
                  <a:pt x="1256" y="1189"/>
                </a:lnTo>
                <a:lnTo>
                  <a:pt x="1274" y="1184"/>
                </a:lnTo>
                <a:lnTo>
                  <a:pt x="1281" y="1183"/>
                </a:lnTo>
                <a:lnTo>
                  <a:pt x="1296" y="1178"/>
                </a:lnTo>
                <a:lnTo>
                  <a:pt x="1297" y="1177"/>
                </a:lnTo>
                <a:lnTo>
                  <a:pt x="1298" y="1167"/>
                </a:lnTo>
                <a:lnTo>
                  <a:pt x="1298" y="1161"/>
                </a:lnTo>
                <a:lnTo>
                  <a:pt x="1295" y="1149"/>
                </a:lnTo>
                <a:lnTo>
                  <a:pt x="1293" y="1146"/>
                </a:lnTo>
                <a:lnTo>
                  <a:pt x="1292" y="1144"/>
                </a:lnTo>
                <a:lnTo>
                  <a:pt x="1292" y="1143"/>
                </a:lnTo>
                <a:lnTo>
                  <a:pt x="1291" y="1140"/>
                </a:lnTo>
                <a:lnTo>
                  <a:pt x="1288" y="1138"/>
                </a:lnTo>
                <a:lnTo>
                  <a:pt x="1288" y="1135"/>
                </a:lnTo>
                <a:lnTo>
                  <a:pt x="1287" y="1134"/>
                </a:lnTo>
                <a:lnTo>
                  <a:pt x="1286" y="1132"/>
                </a:lnTo>
                <a:lnTo>
                  <a:pt x="1285" y="1130"/>
                </a:lnTo>
                <a:lnTo>
                  <a:pt x="1284" y="1129"/>
                </a:lnTo>
                <a:lnTo>
                  <a:pt x="1280" y="1125"/>
                </a:lnTo>
                <a:lnTo>
                  <a:pt x="1274" y="1119"/>
                </a:lnTo>
                <a:lnTo>
                  <a:pt x="1273" y="1117"/>
                </a:lnTo>
                <a:lnTo>
                  <a:pt x="1270" y="1117"/>
                </a:lnTo>
                <a:lnTo>
                  <a:pt x="1269" y="1116"/>
                </a:lnTo>
                <a:lnTo>
                  <a:pt x="1267" y="1114"/>
                </a:lnTo>
                <a:lnTo>
                  <a:pt x="1262" y="1112"/>
                </a:lnTo>
                <a:lnTo>
                  <a:pt x="1259" y="1112"/>
                </a:lnTo>
                <a:lnTo>
                  <a:pt x="1258" y="1111"/>
                </a:lnTo>
                <a:lnTo>
                  <a:pt x="1257" y="1111"/>
                </a:lnTo>
                <a:lnTo>
                  <a:pt x="1255" y="1110"/>
                </a:lnTo>
                <a:lnTo>
                  <a:pt x="1251" y="1110"/>
                </a:lnTo>
                <a:lnTo>
                  <a:pt x="1246" y="1108"/>
                </a:lnTo>
                <a:lnTo>
                  <a:pt x="1238" y="1108"/>
                </a:lnTo>
                <a:lnTo>
                  <a:pt x="1233" y="1110"/>
                </a:lnTo>
                <a:lnTo>
                  <a:pt x="1230" y="1110"/>
                </a:lnTo>
                <a:lnTo>
                  <a:pt x="1229" y="1111"/>
                </a:lnTo>
                <a:lnTo>
                  <a:pt x="1224" y="1112"/>
                </a:lnTo>
                <a:lnTo>
                  <a:pt x="1222" y="1113"/>
                </a:lnTo>
                <a:lnTo>
                  <a:pt x="1218" y="1114"/>
                </a:lnTo>
                <a:lnTo>
                  <a:pt x="1215" y="1117"/>
                </a:lnTo>
                <a:lnTo>
                  <a:pt x="1212" y="1118"/>
                </a:lnTo>
                <a:lnTo>
                  <a:pt x="1210" y="1119"/>
                </a:lnTo>
                <a:lnTo>
                  <a:pt x="1209" y="1121"/>
                </a:lnTo>
                <a:lnTo>
                  <a:pt x="1206" y="1123"/>
                </a:lnTo>
                <a:lnTo>
                  <a:pt x="1203" y="1127"/>
                </a:lnTo>
                <a:lnTo>
                  <a:pt x="1198" y="1132"/>
                </a:lnTo>
                <a:lnTo>
                  <a:pt x="1195" y="1134"/>
                </a:lnTo>
                <a:lnTo>
                  <a:pt x="1193" y="1136"/>
                </a:lnTo>
                <a:lnTo>
                  <a:pt x="1192" y="1139"/>
                </a:lnTo>
                <a:lnTo>
                  <a:pt x="1191" y="1140"/>
                </a:lnTo>
                <a:lnTo>
                  <a:pt x="1189" y="1143"/>
                </a:lnTo>
                <a:lnTo>
                  <a:pt x="1186" y="1150"/>
                </a:lnTo>
                <a:lnTo>
                  <a:pt x="1182" y="1156"/>
                </a:lnTo>
                <a:lnTo>
                  <a:pt x="1180" y="1163"/>
                </a:lnTo>
                <a:lnTo>
                  <a:pt x="1177" y="1172"/>
                </a:lnTo>
                <a:lnTo>
                  <a:pt x="1176" y="1180"/>
                </a:lnTo>
                <a:lnTo>
                  <a:pt x="1174" y="1189"/>
                </a:lnTo>
                <a:lnTo>
                  <a:pt x="1174" y="1199"/>
                </a:lnTo>
                <a:lnTo>
                  <a:pt x="1172" y="1208"/>
                </a:lnTo>
                <a:close/>
                <a:moveTo>
                  <a:pt x="2587" y="1105"/>
                </a:moveTo>
                <a:lnTo>
                  <a:pt x="2585" y="1105"/>
                </a:lnTo>
                <a:lnTo>
                  <a:pt x="2583" y="1106"/>
                </a:lnTo>
                <a:lnTo>
                  <a:pt x="2578" y="1106"/>
                </a:lnTo>
                <a:lnTo>
                  <a:pt x="2566" y="1111"/>
                </a:lnTo>
                <a:lnTo>
                  <a:pt x="2562" y="1113"/>
                </a:lnTo>
                <a:lnTo>
                  <a:pt x="2560" y="1114"/>
                </a:lnTo>
                <a:lnTo>
                  <a:pt x="2559" y="1116"/>
                </a:lnTo>
                <a:lnTo>
                  <a:pt x="2556" y="1117"/>
                </a:lnTo>
                <a:lnTo>
                  <a:pt x="2553" y="1121"/>
                </a:lnTo>
                <a:lnTo>
                  <a:pt x="2548" y="1125"/>
                </a:lnTo>
                <a:lnTo>
                  <a:pt x="2544" y="1129"/>
                </a:lnTo>
                <a:lnTo>
                  <a:pt x="2541" y="1134"/>
                </a:lnTo>
                <a:lnTo>
                  <a:pt x="2535" y="1145"/>
                </a:lnTo>
                <a:lnTo>
                  <a:pt x="2530" y="1156"/>
                </a:lnTo>
                <a:lnTo>
                  <a:pt x="2530" y="1160"/>
                </a:lnTo>
                <a:lnTo>
                  <a:pt x="2529" y="1161"/>
                </a:lnTo>
                <a:lnTo>
                  <a:pt x="2529" y="1162"/>
                </a:lnTo>
                <a:lnTo>
                  <a:pt x="2527" y="1164"/>
                </a:lnTo>
                <a:lnTo>
                  <a:pt x="2527" y="1166"/>
                </a:lnTo>
                <a:lnTo>
                  <a:pt x="2526" y="1171"/>
                </a:lnTo>
                <a:lnTo>
                  <a:pt x="2525" y="1173"/>
                </a:lnTo>
                <a:lnTo>
                  <a:pt x="2525" y="1175"/>
                </a:lnTo>
                <a:lnTo>
                  <a:pt x="2524" y="1178"/>
                </a:lnTo>
                <a:lnTo>
                  <a:pt x="2524" y="1180"/>
                </a:lnTo>
                <a:lnTo>
                  <a:pt x="2523" y="1184"/>
                </a:lnTo>
                <a:lnTo>
                  <a:pt x="2523" y="1188"/>
                </a:lnTo>
                <a:lnTo>
                  <a:pt x="2521" y="1190"/>
                </a:lnTo>
                <a:lnTo>
                  <a:pt x="2521" y="1195"/>
                </a:lnTo>
                <a:lnTo>
                  <a:pt x="2520" y="1211"/>
                </a:lnTo>
                <a:lnTo>
                  <a:pt x="2520" y="1217"/>
                </a:lnTo>
                <a:lnTo>
                  <a:pt x="2519" y="1236"/>
                </a:lnTo>
                <a:lnTo>
                  <a:pt x="2520" y="1245"/>
                </a:lnTo>
                <a:lnTo>
                  <a:pt x="2520" y="1250"/>
                </a:lnTo>
                <a:lnTo>
                  <a:pt x="2525" y="1273"/>
                </a:lnTo>
                <a:lnTo>
                  <a:pt x="2526" y="1278"/>
                </a:lnTo>
                <a:lnTo>
                  <a:pt x="2526" y="1279"/>
                </a:lnTo>
                <a:lnTo>
                  <a:pt x="2527" y="1280"/>
                </a:lnTo>
                <a:lnTo>
                  <a:pt x="2527" y="1283"/>
                </a:lnTo>
                <a:lnTo>
                  <a:pt x="2529" y="1285"/>
                </a:lnTo>
                <a:lnTo>
                  <a:pt x="2530" y="1289"/>
                </a:lnTo>
                <a:lnTo>
                  <a:pt x="2531" y="1291"/>
                </a:lnTo>
                <a:lnTo>
                  <a:pt x="2533" y="1295"/>
                </a:lnTo>
                <a:lnTo>
                  <a:pt x="2535" y="1300"/>
                </a:lnTo>
                <a:lnTo>
                  <a:pt x="2537" y="1304"/>
                </a:lnTo>
                <a:lnTo>
                  <a:pt x="2538" y="1306"/>
                </a:lnTo>
                <a:lnTo>
                  <a:pt x="2539" y="1307"/>
                </a:lnTo>
                <a:lnTo>
                  <a:pt x="2541" y="1308"/>
                </a:lnTo>
                <a:lnTo>
                  <a:pt x="2543" y="1311"/>
                </a:lnTo>
                <a:lnTo>
                  <a:pt x="2546" y="1313"/>
                </a:lnTo>
                <a:lnTo>
                  <a:pt x="2549" y="1317"/>
                </a:lnTo>
                <a:lnTo>
                  <a:pt x="2553" y="1322"/>
                </a:lnTo>
                <a:lnTo>
                  <a:pt x="2561" y="1327"/>
                </a:lnTo>
                <a:lnTo>
                  <a:pt x="2565" y="1329"/>
                </a:lnTo>
                <a:lnTo>
                  <a:pt x="2570" y="1332"/>
                </a:lnTo>
                <a:lnTo>
                  <a:pt x="2578" y="1334"/>
                </a:lnTo>
                <a:lnTo>
                  <a:pt x="2581" y="1334"/>
                </a:lnTo>
                <a:lnTo>
                  <a:pt x="2588" y="1335"/>
                </a:lnTo>
                <a:lnTo>
                  <a:pt x="2591" y="1335"/>
                </a:lnTo>
                <a:lnTo>
                  <a:pt x="2601" y="1334"/>
                </a:lnTo>
                <a:lnTo>
                  <a:pt x="2604" y="1334"/>
                </a:lnTo>
                <a:lnTo>
                  <a:pt x="2605" y="1333"/>
                </a:lnTo>
                <a:lnTo>
                  <a:pt x="2607" y="1333"/>
                </a:lnTo>
                <a:lnTo>
                  <a:pt x="2608" y="1332"/>
                </a:lnTo>
                <a:lnTo>
                  <a:pt x="2614" y="1329"/>
                </a:lnTo>
                <a:lnTo>
                  <a:pt x="2618" y="1327"/>
                </a:lnTo>
                <a:lnTo>
                  <a:pt x="2619" y="1326"/>
                </a:lnTo>
                <a:lnTo>
                  <a:pt x="2622" y="1324"/>
                </a:lnTo>
                <a:lnTo>
                  <a:pt x="2623" y="1323"/>
                </a:lnTo>
                <a:lnTo>
                  <a:pt x="2625" y="1321"/>
                </a:lnTo>
                <a:lnTo>
                  <a:pt x="2630" y="1316"/>
                </a:lnTo>
                <a:lnTo>
                  <a:pt x="2633" y="1315"/>
                </a:lnTo>
                <a:lnTo>
                  <a:pt x="2635" y="1311"/>
                </a:lnTo>
                <a:lnTo>
                  <a:pt x="2636" y="1310"/>
                </a:lnTo>
                <a:lnTo>
                  <a:pt x="2636" y="1307"/>
                </a:lnTo>
                <a:lnTo>
                  <a:pt x="2637" y="1306"/>
                </a:lnTo>
                <a:lnTo>
                  <a:pt x="2640" y="1304"/>
                </a:lnTo>
                <a:lnTo>
                  <a:pt x="2641" y="1301"/>
                </a:lnTo>
                <a:lnTo>
                  <a:pt x="2642" y="1300"/>
                </a:lnTo>
                <a:lnTo>
                  <a:pt x="2643" y="1298"/>
                </a:lnTo>
                <a:lnTo>
                  <a:pt x="2645" y="1295"/>
                </a:lnTo>
                <a:lnTo>
                  <a:pt x="2646" y="1293"/>
                </a:lnTo>
                <a:lnTo>
                  <a:pt x="2647" y="1289"/>
                </a:lnTo>
                <a:lnTo>
                  <a:pt x="2648" y="1288"/>
                </a:lnTo>
                <a:lnTo>
                  <a:pt x="2649" y="1283"/>
                </a:lnTo>
                <a:lnTo>
                  <a:pt x="2656" y="1262"/>
                </a:lnTo>
                <a:lnTo>
                  <a:pt x="2657" y="1250"/>
                </a:lnTo>
                <a:lnTo>
                  <a:pt x="2658" y="1246"/>
                </a:lnTo>
                <a:lnTo>
                  <a:pt x="2658" y="1239"/>
                </a:lnTo>
                <a:lnTo>
                  <a:pt x="2659" y="1228"/>
                </a:lnTo>
                <a:lnTo>
                  <a:pt x="2659" y="1225"/>
                </a:lnTo>
                <a:lnTo>
                  <a:pt x="2659" y="1221"/>
                </a:lnTo>
                <a:lnTo>
                  <a:pt x="2659" y="1213"/>
                </a:lnTo>
                <a:lnTo>
                  <a:pt x="2659" y="1207"/>
                </a:lnTo>
                <a:lnTo>
                  <a:pt x="2659" y="1202"/>
                </a:lnTo>
                <a:lnTo>
                  <a:pt x="2658" y="1196"/>
                </a:lnTo>
                <a:lnTo>
                  <a:pt x="2657" y="1188"/>
                </a:lnTo>
                <a:lnTo>
                  <a:pt x="2653" y="1168"/>
                </a:lnTo>
                <a:lnTo>
                  <a:pt x="2652" y="1163"/>
                </a:lnTo>
                <a:lnTo>
                  <a:pt x="2651" y="1162"/>
                </a:lnTo>
                <a:lnTo>
                  <a:pt x="2651" y="1161"/>
                </a:lnTo>
                <a:lnTo>
                  <a:pt x="2651" y="1158"/>
                </a:lnTo>
                <a:lnTo>
                  <a:pt x="2649" y="1157"/>
                </a:lnTo>
                <a:lnTo>
                  <a:pt x="2648" y="1152"/>
                </a:lnTo>
                <a:lnTo>
                  <a:pt x="2647" y="1150"/>
                </a:lnTo>
                <a:lnTo>
                  <a:pt x="2646" y="1147"/>
                </a:lnTo>
                <a:lnTo>
                  <a:pt x="2645" y="1145"/>
                </a:lnTo>
                <a:lnTo>
                  <a:pt x="2643" y="1143"/>
                </a:lnTo>
                <a:lnTo>
                  <a:pt x="2641" y="1139"/>
                </a:lnTo>
                <a:lnTo>
                  <a:pt x="2640" y="1135"/>
                </a:lnTo>
                <a:lnTo>
                  <a:pt x="2639" y="1134"/>
                </a:lnTo>
                <a:lnTo>
                  <a:pt x="2637" y="1132"/>
                </a:lnTo>
                <a:lnTo>
                  <a:pt x="2636" y="1130"/>
                </a:lnTo>
                <a:lnTo>
                  <a:pt x="2635" y="1129"/>
                </a:lnTo>
                <a:lnTo>
                  <a:pt x="2630" y="1124"/>
                </a:lnTo>
                <a:lnTo>
                  <a:pt x="2627" y="1119"/>
                </a:lnTo>
                <a:lnTo>
                  <a:pt x="2622" y="1116"/>
                </a:lnTo>
                <a:lnTo>
                  <a:pt x="2616" y="1112"/>
                </a:lnTo>
                <a:lnTo>
                  <a:pt x="2610" y="1108"/>
                </a:lnTo>
                <a:lnTo>
                  <a:pt x="2604" y="1106"/>
                </a:lnTo>
                <a:lnTo>
                  <a:pt x="2595" y="1105"/>
                </a:lnTo>
                <a:lnTo>
                  <a:pt x="2591" y="1105"/>
                </a:lnTo>
                <a:lnTo>
                  <a:pt x="2587" y="1105"/>
                </a:lnTo>
                <a:close/>
                <a:moveTo>
                  <a:pt x="1495" y="1105"/>
                </a:moveTo>
                <a:lnTo>
                  <a:pt x="1490" y="1105"/>
                </a:lnTo>
                <a:lnTo>
                  <a:pt x="1479" y="1110"/>
                </a:lnTo>
                <a:lnTo>
                  <a:pt x="1477" y="1111"/>
                </a:lnTo>
                <a:lnTo>
                  <a:pt x="1476" y="1113"/>
                </a:lnTo>
                <a:lnTo>
                  <a:pt x="1473" y="1116"/>
                </a:lnTo>
                <a:lnTo>
                  <a:pt x="1470" y="1118"/>
                </a:lnTo>
                <a:lnTo>
                  <a:pt x="1469" y="1119"/>
                </a:lnTo>
                <a:lnTo>
                  <a:pt x="1466" y="1122"/>
                </a:lnTo>
                <a:lnTo>
                  <a:pt x="1464" y="1124"/>
                </a:lnTo>
                <a:lnTo>
                  <a:pt x="1463" y="1125"/>
                </a:lnTo>
                <a:lnTo>
                  <a:pt x="1461" y="1129"/>
                </a:lnTo>
                <a:lnTo>
                  <a:pt x="1460" y="1134"/>
                </a:lnTo>
                <a:lnTo>
                  <a:pt x="1459" y="1135"/>
                </a:lnTo>
                <a:lnTo>
                  <a:pt x="1456" y="1143"/>
                </a:lnTo>
                <a:lnTo>
                  <a:pt x="1455" y="1147"/>
                </a:lnTo>
                <a:lnTo>
                  <a:pt x="1455" y="1152"/>
                </a:lnTo>
                <a:lnTo>
                  <a:pt x="1454" y="1163"/>
                </a:lnTo>
                <a:lnTo>
                  <a:pt x="1454" y="1169"/>
                </a:lnTo>
                <a:lnTo>
                  <a:pt x="1454" y="1173"/>
                </a:lnTo>
                <a:lnTo>
                  <a:pt x="1454" y="1175"/>
                </a:lnTo>
                <a:lnTo>
                  <a:pt x="1454" y="1180"/>
                </a:lnTo>
                <a:lnTo>
                  <a:pt x="1455" y="1185"/>
                </a:lnTo>
                <a:lnTo>
                  <a:pt x="1455" y="1188"/>
                </a:lnTo>
                <a:lnTo>
                  <a:pt x="1456" y="1191"/>
                </a:lnTo>
                <a:lnTo>
                  <a:pt x="1458" y="1196"/>
                </a:lnTo>
                <a:lnTo>
                  <a:pt x="1459" y="1201"/>
                </a:lnTo>
                <a:lnTo>
                  <a:pt x="1459" y="1202"/>
                </a:lnTo>
                <a:lnTo>
                  <a:pt x="1460" y="1205"/>
                </a:lnTo>
                <a:lnTo>
                  <a:pt x="1460" y="1206"/>
                </a:lnTo>
                <a:lnTo>
                  <a:pt x="1461" y="1210"/>
                </a:lnTo>
                <a:lnTo>
                  <a:pt x="1463" y="1212"/>
                </a:lnTo>
                <a:lnTo>
                  <a:pt x="1464" y="1215"/>
                </a:lnTo>
                <a:lnTo>
                  <a:pt x="1464" y="1217"/>
                </a:lnTo>
                <a:lnTo>
                  <a:pt x="1465" y="1219"/>
                </a:lnTo>
                <a:lnTo>
                  <a:pt x="1466" y="1221"/>
                </a:lnTo>
                <a:lnTo>
                  <a:pt x="1469" y="1225"/>
                </a:lnTo>
                <a:lnTo>
                  <a:pt x="1470" y="1227"/>
                </a:lnTo>
                <a:lnTo>
                  <a:pt x="1471" y="1229"/>
                </a:lnTo>
                <a:lnTo>
                  <a:pt x="1472" y="1230"/>
                </a:lnTo>
                <a:lnTo>
                  <a:pt x="1475" y="1232"/>
                </a:lnTo>
                <a:lnTo>
                  <a:pt x="1477" y="1235"/>
                </a:lnTo>
                <a:lnTo>
                  <a:pt x="1478" y="1236"/>
                </a:lnTo>
                <a:lnTo>
                  <a:pt x="1479" y="1239"/>
                </a:lnTo>
                <a:lnTo>
                  <a:pt x="1483" y="1243"/>
                </a:lnTo>
                <a:lnTo>
                  <a:pt x="1485" y="1244"/>
                </a:lnTo>
                <a:lnTo>
                  <a:pt x="1487" y="1245"/>
                </a:lnTo>
                <a:lnTo>
                  <a:pt x="1489" y="1246"/>
                </a:lnTo>
                <a:lnTo>
                  <a:pt x="1490" y="1246"/>
                </a:lnTo>
                <a:lnTo>
                  <a:pt x="1493" y="1247"/>
                </a:lnTo>
                <a:lnTo>
                  <a:pt x="1495" y="1249"/>
                </a:lnTo>
                <a:lnTo>
                  <a:pt x="1498" y="1249"/>
                </a:lnTo>
                <a:lnTo>
                  <a:pt x="1500" y="1249"/>
                </a:lnTo>
                <a:lnTo>
                  <a:pt x="1505" y="1250"/>
                </a:lnTo>
                <a:lnTo>
                  <a:pt x="1507" y="1250"/>
                </a:lnTo>
                <a:lnTo>
                  <a:pt x="1510" y="1250"/>
                </a:lnTo>
                <a:lnTo>
                  <a:pt x="1517" y="1249"/>
                </a:lnTo>
                <a:lnTo>
                  <a:pt x="1519" y="1249"/>
                </a:lnTo>
                <a:lnTo>
                  <a:pt x="1521" y="1249"/>
                </a:lnTo>
                <a:lnTo>
                  <a:pt x="1522" y="1247"/>
                </a:lnTo>
                <a:lnTo>
                  <a:pt x="1524" y="1246"/>
                </a:lnTo>
                <a:lnTo>
                  <a:pt x="1527" y="1245"/>
                </a:lnTo>
                <a:lnTo>
                  <a:pt x="1528" y="1244"/>
                </a:lnTo>
                <a:lnTo>
                  <a:pt x="1530" y="1241"/>
                </a:lnTo>
                <a:lnTo>
                  <a:pt x="1534" y="1239"/>
                </a:lnTo>
                <a:lnTo>
                  <a:pt x="1537" y="1235"/>
                </a:lnTo>
                <a:lnTo>
                  <a:pt x="1539" y="1234"/>
                </a:lnTo>
                <a:lnTo>
                  <a:pt x="1540" y="1232"/>
                </a:lnTo>
                <a:lnTo>
                  <a:pt x="1541" y="1230"/>
                </a:lnTo>
                <a:lnTo>
                  <a:pt x="1542" y="1227"/>
                </a:lnTo>
                <a:lnTo>
                  <a:pt x="1545" y="1222"/>
                </a:lnTo>
                <a:lnTo>
                  <a:pt x="1546" y="1219"/>
                </a:lnTo>
                <a:lnTo>
                  <a:pt x="1547" y="1215"/>
                </a:lnTo>
                <a:lnTo>
                  <a:pt x="1548" y="1213"/>
                </a:lnTo>
                <a:lnTo>
                  <a:pt x="1548" y="1207"/>
                </a:lnTo>
                <a:lnTo>
                  <a:pt x="1550" y="1201"/>
                </a:lnTo>
                <a:lnTo>
                  <a:pt x="1551" y="1194"/>
                </a:lnTo>
                <a:lnTo>
                  <a:pt x="1551" y="1185"/>
                </a:lnTo>
                <a:lnTo>
                  <a:pt x="1551" y="1182"/>
                </a:lnTo>
                <a:lnTo>
                  <a:pt x="1550" y="1178"/>
                </a:lnTo>
                <a:lnTo>
                  <a:pt x="1550" y="1172"/>
                </a:lnTo>
                <a:lnTo>
                  <a:pt x="1550" y="1167"/>
                </a:lnTo>
                <a:lnTo>
                  <a:pt x="1548" y="1163"/>
                </a:lnTo>
                <a:lnTo>
                  <a:pt x="1548" y="1161"/>
                </a:lnTo>
                <a:lnTo>
                  <a:pt x="1547" y="1155"/>
                </a:lnTo>
                <a:lnTo>
                  <a:pt x="1547" y="1152"/>
                </a:lnTo>
                <a:lnTo>
                  <a:pt x="1546" y="1151"/>
                </a:lnTo>
                <a:lnTo>
                  <a:pt x="1546" y="1149"/>
                </a:lnTo>
                <a:lnTo>
                  <a:pt x="1545" y="1147"/>
                </a:lnTo>
                <a:lnTo>
                  <a:pt x="1545" y="1146"/>
                </a:lnTo>
                <a:lnTo>
                  <a:pt x="1544" y="1143"/>
                </a:lnTo>
                <a:lnTo>
                  <a:pt x="1542" y="1140"/>
                </a:lnTo>
                <a:lnTo>
                  <a:pt x="1541" y="1138"/>
                </a:lnTo>
                <a:lnTo>
                  <a:pt x="1540" y="1135"/>
                </a:lnTo>
                <a:lnTo>
                  <a:pt x="1539" y="1134"/>
                </a:lnTo>
                <a:lnTo>
                  <a:pt x="1537" y="1130"/>
                </a:lnTo>
                <a:lnTo>
                  <a:pt x="1536" y="1129"/>
                </a:lnTo>
                <a:lnTo>
                  <a:pt x="1535" y="1127"/>
                </a:lnTo>
                <a:lnTo>
                  <a:pt x="1534" y="1125"/>
                </a:lnTo>
                <a:lnTo>
                  <a:pt x="1533" y="1124"/>
                </a:lnTo>
                <a:lnTo>
                  <a:pt x="1529" y="1121"/>
                </a:lnTo>
                <a:lnTo>
                  <a:pt x="1525" y="1117"/>
                </a:lnTo>
                <a:lnTo>
                  <a:pt x="1522" y="1113"/>
                </a:lnTo>
                <a:lnTo>
                  <a:pt x="1517" y="1111"/>
                </a:lnTo>
                <a:lnTo>
                  <a:pt x="1512" y="1108"/>
                </a:lnTo>
                <a:lnTo>
                  <a:pt x="1507" y="1106"/>
                </a:lnTo>
                <a:lnTo>
                  <a:pt x="1501" y="1105"/>
                </a:lnTo>
                <a:lnTo>
                  <a:pt x="1495" y="1105"/>
                </a:lnTo>
                <a:close/>
                <a:moveTo>
                  <a:pt x="1773" y="1477"/>
                </a:moveTo>
                <a:lnTo>
                  <a:pt x="1724" y="1477"/>
                </a:lnTo>
                <a:lnTo>
                  <a:pt x="1719" y="1477"/>
                </a:lnTo>
                <a:lnTo>
                  <a:pt x="1713" y="1477"/>
                </a:lnTo>
                <a:lnTo>
                  <a:pt x="1710" y="1476"/>
                </a:lnTo>
                <a:lnTo>
                  <a:pt x="1709" y="1474"/>
                </a:lnTo>
                <a:lnTo>
                  <a:pt x="1707" y="1473"/>
                </a:lnTo>
                <a:lnTo>
                  <a:pt x="1707" y="1471"/>
                </a:lnTo>
                <a:lnTo>
                  <a:pt x="1705" y="1467"/>
                </a:lnTo>
                <a:lnTo>
                  <a:pt x="1705" y="1463"/>
                </a:lnTo>
                <a:lnTo>
                  <a:pt x="1707" y="1459"/>
                </a:lnTo>
                <a:lnTo>
                  <a:pt x="1709" y="1456"/>
                </a:lnTo>
                <a:lnTo>
                  <a:pt x="1713" y="1455"/>
                </a:lnTo>
                <a:lnTo>
                  <a:pt x="1715" y="1454"/>
                </a:lnTo>
                <a:lnTo>
                  <a:pt x="1732" y="1450"/>
                </a:lnTo>
                <a:lnTo>
                  <a:pt x="1737" y="1449"/>
                </a:lnTo>
                <a:lnTo>
                  <a:pt x="1741" y="1446"/>
                </a:lnTo>
                <a:lnTo>
                  <a:pt x="1743" y="1444"/>
                </a:lnTo>
                <a:lnTo>
                  <a:pt x="1745" y="1443"/>
                </a:lnTo>
                <a:lnTo>
                  <a:pt x="1747" y="1440"/>
                </a:lnTo>
                <a:lnTo>
                  <a:pt x="1748" y="1439"/>
                </a:lnTo>
                <a:lnTo>
                  <a:pt x="1749" y="1437"/>
                </a:lnTo>
                <a:lnTo>
                  <a:pt x="1750" y="1433"/>
                </a:lnTo>
                <a:lnTo>
                  <a:pt x="1750" y="1431"/>
                </a:lnTo>
                <a:lnTo>
                  <a:pt x="1751" y="1429"/>
                </a:lnTo>
                <a:lnTo>
                  <a:pt x="1751" y="1427"/>
                </a:lnTo>
                <a:lnTo>
                  <a:pt x="1751" y="1426"/>
                </a:lnTo>
                <a:lnTo>
                  <a:pt x="1753" y="1424"/>
                </a:lnTo>
                <a:lnTo>
                  <a:pt x="1754" y="1421"/>
                </a:lnTo>
                <a:lnTo>
                  <a:pt x="1766" y="1388"/>
                </a:lnTo>
                <a:lnTo>
                  <a:pt x="1766" y="1384"/>
                </a:lnTo>
                <a:lnTo>
                  <a:pt x="1766" y="1383"/>
                </a:lnTo>
                <a:lnTo>
                  <a:pt x="1767" y="1380"/>
                </a:lnTo>
                <a:lnTo>
                  <a:pt x="1767" y="1379"/>
                </a:lnTo>
                <a:lnTo>
                  <a:pt x="1768" y="1378"/>
                </a:lnTo>
                <a:lnTo>
                  <a:pt x="1768" y="1376"/>
                </a:lnTo>
                <a:lnTo>
                  <a:pt x="1770" y="1374"/>
                </a:lnTo>
                <a:lnTo>
                  <a:pt x="1771" y="1370"/>
                </a:lnTo>
                <a:lnTo>
                  <a:pt x="1772" y="1367"/>
                </a:lnTo>
                <a:lnTo>
                  <a:pt x="1772" y="1366"/>
                </a:lnTo>
                <a:lnTo>
                  <a:pt x="1773" y="1365"/>
                </a:lnTo>
                <a:lnTo>
                  <a:pt x="1773" y="1362"/>
                </a:lnTo>
                <a:lnTo>
                  <a:pt x="1774" y="1361"/>
                </a:lnTo>
                <a:lnTo>
                  <a:pt x="1776" y="1357"/>
                </a:lnTo>
                <a:lnTo>
                  <a:pt x="1776" y="1355"/>
                </a:lnTo>
                <a:lnTo>
                  <a:pt x="1777" y="1354"/>
                </a:lnTo>
                <a:lnTo>
                  <a:pt x="1777" y="1351"/>
                </a:lnTo>
                <a:lnTo>
                  <a:pt x="1778" y="1350"/>
                </a:lnTo>
                <a:lnTo>
                  <a:pt x="1777" y="1344"/>
                </a:lnTo>
                <a:lnTo>
                  <a:pt x="1776" y="1343"/>
                </a:lnTo>
                <a:lnTo>
                  <a:pt x="1774" y="1339"/>
                </a:lnTo>
                <a:lnTo>
                  <a:pt x="1773" y="1335"/>
                </a:lnTo>
                <a:lnTo>
                  <a:pt x="1772" y="1332"/>
                </a:lnTo>
                <a:lnTo>
                  <a:pt x="1772" y="1330"/>
                </a:lnTo>
                <a:lnTo>
                  <a:pt x="1771" y="1328"/>
                </a:lnTo>
                <a:lnTo>
                  <a:pt x="1771" y="1327"/>
                </a:lnTo>
                <a:lnTo>
                  <a:pt x="1770" y="1324"/>
                </a:lnTo>
                <a:lnTo>
                  <a:pt x="1770" y="1323"/>
                </a:lnTo>
                <a:lnTo>
                  <a:pt x="1768" y="1319"/>
                </a:lnTo>
                <a:lnTo>
                  <a:pt x="1767" y="1318"/>
                </a:lnTo>
                <a:lnTo>
                  <a:pt x="1767" y="1316"/>
                </a:lnTo>
                <a:lnTo>
                  <a:pt x="1766" y="1315"/>
                </a:lnTo>
                <a:lnTo>
                  <a:pt x="1766" y="1312"/>
                </a:lnTo>
                <a:lnTo>
                  <a:pt x="1766" y="1311"/>
                </a:lnTo>
                <a:lnTo>
                  <a:pt x="1765" y="1308"/>
                </a:lnTo>
                <a:lnTo>
                  <a:pt x="1765" y="1307"/>
                </a:lnTo>
                <a:lnTo>
                  <a:pt x="1763" y="1305"/>
                </a:lnTo>
                <a:lnTo>
                  <a:pt x="1763" y="1304"/>
                </a:lnTo>
                <a:lnTo>
                  <a:pt x="1762" y="1301"/>
                </a:lnTo>
                <a:lnTo>
                  <a:pt x="1756" y="1285"/>
                </a:lnTo>
                <a:lnTo>
                  <a:pt x="1751" y="1268"/>
                </a:lnTo>
                <a:lnTo>
                  <a:pt x="1750" y="1263"/>
                </a:lnTo>
                <a:lnTo>
                  <a:pt x="1749" y="1261"/>
                </a:lnTo>
                <a:lnTo>
                  <a:pt x="1749" y="1260"/>
                </a:lnTo>
                <a:lnTo>
                  <a:pt x="1748" y="1257"/>
                </a:lnTo>
                <a:lnTo>
                  <a:pt x="1748" y="1256"/>
                </a:lnTo>
                <a:lnTo>
                  <a:pt x="1747" y="1254"/>
                </a:lnTo>
                <a:lnTo>
                  <a:pt x="1745" y="1250"/>
                </a:lnTo>
                <a:lnTo>
                  <a:pt x="1744" y="1247"/>
                </a:lnTo>
                <a:lnTo>
                  <a:pt x="1743" y="1244"/>
                </a:lnTo>
                <a:lnTo>
                  <a:pt x="1737" y="1225"/>
                </a:lnTo>
                <a:lnTo>
                  <a:pt x="1736" y="1221"/>
                </a:lnTo>
                <a:lnTo>
                  <a:pt x="1731" y="1207"/>
                </a:lnTo>
                <a:lnTo>
                  <a:pt x="1727" y="1194"/>
                </a:lnTo>
                <a:lnTo>
                  <a:pt x="1722" y="1180"/>
                </a:lnTo>
                <a:lnTo>
                  <a:pt x="1718" y="1168"/>
                </a:lnTo>
                <a:lnTo>
                  <a:pt x="1718" y="1166"/>
                </a:lnTo>
                <a:lnTo>
                  <a:pt x="1718" y="1164"/>
                </a:lnTo>
                <a:lnTo>
                  <a:pt x="1716" y="1162"/>
                </a:lnTo>
                <a:lnTo>
                  <a:pt x="1716" y="1161"/>
                </a:lnTo>
                <a:lnTo>
                  <a:pt x="1715" y="1160"/>
                </a:lnTo>
                <a:lnTo>
                  <a:pt x="1715" y="1157"/>
                </a:lnTo>
                <a:lnTo>
                  <a:pt x="1714" y="1153"/>
                </a:lnTo>
                <a:lnTo>
                  <a:pt x="1713" y="1152"/>
                </a:lnTo>
                <a:lnTo>
                  <a:pt x="1713" y="1150"/>
                </a:lnTo>
                <a:lnTo>
                  <a:pt x="1712" y="1149"/>
                </a:lnTo>
                <a:lnTo>
                  <a:pt x="1712" y="1146"/>
                </a:lnTo>
                <a:lnTo>
                  <a:pt x="1704" y="1125"/>
                </a:lnTo>
                <a:lnTo>
                  <a:pt x="1704" y="1124"/>
                </a:lnTo>
                <a:lnTo>
                  <a:pt x="1703" y="1122"/>
                </a:lnTo>
                <a:lnTo>
                  <a:pt x="1703" y="1121"/>
                </a:lnTo>
                <a:lnTo>
                  <a:pt x="1702" y="1118"/>
                </a:lnTo>
                <a:lnTo>
                  <a:pt x="1701" y="1116"/>
                </a:lnTo>
                <a:lnTo>
                  <a:pt x="1698" y="1113"/>
                </a:lnTo>
                <a:lnTo>
                  <a:pt x="1697" y="1111"/>
                </a:lnTo>
                <a:lnTo>
                  <a:pt x="1695" y="1110"/>
                </a:lnTo>
                <a:lnTo>
                  <a:pt x="1687" y="1107"/>
                </a:lnTo>
                <a:lnTo>
                  <a:pt x="1684" y="1106"/>
                </a:lnTo>
                <a:lnTo>
                  <a:pt x="1676" y="1103"/>
                </a:lnTo>
                <a:lnTo>
                  <a:pt x="1670" y="1101"/>
                </a:lnTo>
                <a:lnTo>
                  <a:pt x="1667" y="1099"/>
                </a:lnTo>
                <a:lnTo>
                  <a:pt x="1664" y="1097"/>
                </a:lnTo>
                <a:lnTo>
                  <a:pt x="1662" y="1095"/>
                </a:lnTo>
                <a:lnTo>
                  <a:pt x="1661" y="1092"/>
                </a:lnTo>
                <a:lnTo>
                  <a:pt x="1660" y="1089"/>
                </a:lnTo>
                <a:lnTo>
                  <a:pt x="1660" y="1084"/>
                </a:lnTo>
                <a:lnTo>
                  <a:pt x="1661" y="1083"/>
                </a:lnTo>
                <a:lnTo>
                  <a:pt x="1661" y="1081"/>
                </a:lnTo>
                <a:lnTo>
                  <a:pt x="1664" y="1079"/>
                </a:lnTo>
                <a:lnTo>
                  <a:pt x="1667" y="1078"/>
                </a:lnTo>
                <a:lnTo>
                  <a:pt x="1672" y="1077"/>
                </a:lnTo>
                <a:lnTo>
                  <a:pt x="1702" y="1075"/>
                </a:lnTo>
                <a:lnTo>
                  <a:pt x="1767" y="1075"/>
                </a:lnTo>
                <a:lnTo>
                  <a:pt x="1771" y="1077"/>
                </a:lnTo>
                <a:lnTo>
                  <a:pt x="1773" y="1078"/>
                </a:lnTo>
                <a:lnTo>
                  <a:pt x="1776" y="1078"/>
                </a:lnTo>
                <a:lnTo>
                  <a:pt x="1778" y="1081"/>
                </a:lnTo>
                <a:lnTo>
                  <a:pt x="1779" y="1083"/>
                </a:lnTo>
                <a:lnTo>
                  <a:pt x="1780" y="1090"/>
                </a:lnTo>
                <a:lnTo>
                  <a:pt x="1779" y="1091"/>
                </a:lnTo>
                <a:lnTo>
                  <a:pt x="1779" y="1092"/>
                </a:lnTo>
                <a:lnTo>
                  <a:pt x="1774" y="1097"/>
                </a:lnTo>
                <a:lnTo>
                  <a:pt x="1772" y="1097"/>
                </a:lnTo>
                <a:lnTo>
                  <a:pt x="1766" y="1101"/>
                </a:lnTo>
                <a:lnTo>
                  <a:pt x="1765" y="1102"/>
                </a:lnTo>
                <a:lnTo>
                  <a:pt x="1762" y="1102"/>
                </a:lnTo>
                <a:lnTo>
                  <a:pt x="1759" y="1103"/>
                </a:lnTo>
                <a:lnTo>
                  <a:pt x="1756" y="1105"/>
                </a:lnTo>
                <a:lnTo>
                  <a:pt x="1754" y="1106"/>
                </a:lnTo>
                <a:lnTo>
                  <a:pt x="1751" y="1107"/>
                </a:lnTo>
                <a:lnTo>
                  <a:pt x="1743" y="1111"/>
                </a:lnTo>
                <a:lnTo>
                  <a:pt x="1743" y="1113"/>
                </a:lnTo>
                <a:lnTo>
                  <a:pt x="1745" y="1119"/>
                </a:lnTo>
                <a:lnTo>
                  <a:pt x="1745" y="1121"/>
                </a:lnTo>
                <a:lnTo>
                  <a:pt x="1747" y="1123"/>
                </a:lnTo>
                <a:lnTo>
                  <a:pt x="1747" y="1125"/>
                </a:lnTo>
                <a:lnTo>
                  <a:pt x="1748" y="1128"/>
                </a:lnTo>
                <a:lnTo>
                  <a:pt x="1749" y="1132"/>
                </a:lnTo>
                <a:lnTo>
                  <a:pt x="1749" y="1133"/>
                </a:lnTo>
                <a:lnTo>
                  <a:pt x="1750" y="1134"/>
                </a:lnTo>
                <a:lnTo>
                  <a:pt x="1750" y="1136"/>
                </a:lnTo>
                <a:lnTo>
                  <a:pt x="1751" y="1138"/>
                </a:lnTo>
                <a:lnTo>
                  <a:pt x="1751" y="1140"/>
                </a:lnTo>
                <a:lnTo>
                  <a:pt x="1754" y="1147"/>
                </a:lnTo>
                <a:lnTo>
                  <a:pt x="1755" y="1151"/>
                </a:lnTo>
                <a:lnTo>
                  <a:pt x="1756" y="1155"/>
                </a:lnTo>
                <a:lnTo>
                  <a:pt x="1767" y="1189"/>
                </a:lnTo>
                <a:lnTo>
                  <a:pt x="1772" y="1206"/>
                </a:lnTo>
                <a:lnTo>
                  <a:pt x="1778" y="1222"/>
                </a:lnTo>
                <a:lnTo>
                  <a:pt x="1779" y="1227"/>
                </a:lnTo>
                <a:lnTo>
                  <a:pt x="1782" y="1234"/>
                </a:lnTo>
                <a:lnTo>
                  <a:pt x="1784" y="1243"/>
                </a:lnTo>
                <a:lnTo>
                  <a:pt x="1786" y="1251"/>
                </a:lnTo>
                <a:lnTo>
                  <a:pt x="1790" y="1260"/>
                </a:lnTo>
                <a:lnTo>
                  <a:pt x="1791" y="1265"/>
                </a:lnTo>
                <a:lnTo>
                  <a:pt x="1791" y="1267"/>
                </a:lnTo>
                <a:lnTo>
                  <a:pt x="1793" y="1268"/>
                </a:lnTo>
                <a:lnTo>
                  <a:pt x="1793" y="1271"/>
                </a:lnTo>
                <a:lnTo>
                  <a:pt x="1794" y="1272"/>
                </a:lnTo>
                <a:lnTo>
                  <a:pt x="1794" y="1274"/>
                </a:lnTo>
                <a:lnTo>
                  <a:pt x="1795" y="1278"/>
                </a:lnTo>
                <a:lnTo>
                  <a:pt x="1796" y="1285"/>
                </a:lnTo>
                <a:lnTo>
                  <a:pt x="1797" y="1288"/>
                </a:lnTo>
                <a:lnTo>
                  <a:pt x="1799" y="1296"/>
                </a:lnTo>
                <a:lnTo>
                  <a:pt x="1801" y="1289"/>
                </a:lnTo>
                <a:lnTo>
                  <a:pt x="1802" y="1283"/>
                </a:lnTo>
                <a:lnTo>
                  <a:pt x="1803" y="1278"/>
                </a:lnTo>
                <a:lnTo>
                  <a:pt x="1803" y="1277"/>
                </a:lnTo>
                <a:lnTo>
                  <a:pt x="1805" y="1274"/>
                </a:lnTo>
                <a:lnTo>
                  <a:pt x="1805" y="1273"/>
                </a:lnTo>
                <a:lnTo>
                  <a:pt x="1806" y="1271"/>
                </a:lnTo>
                <a:lnTo>
                  <a:pt x="1806" y="1269"/>
                </a:lnTo>
                <a:lnTo>
                  <a:pt x="1807" y="1267"/>
                </a:lnTo>
                <a:lnTo>
                  <a:pt x="1807" y="1265"/>
                </a:lnTo>
                <a:lnTo>
                  <a:pt x="1808" y="1263"/>
                </a:lnTo>
                <a:lnTo>
                  <a:pt x="1808" y="1262"/>
                </a:lnTo>
                <a:lnTo>
                  <a:pt x="1809" y="1260"/>
                </a:lnTo>
                <a:lnTo>
                  <a:pt x="1809" y="1258"/>
                </a:lnTo>
                <a:lnTo>
                  <a:pt x="1809" y="1256"/>
                </a:lnTo>
                <a:lnTo>
                  <a:pt x="1811" y="1254"/>
                </a:lnTo>
                <a:lnTo>
                  <a:pt x="1811" y="1252"/>
                </a:lnTo>
                <a:lnTo>
                  <a:pt x="1812" y="1250"/>
                </a:lnTo>
                <a:lnTo>
                  <a:pt x="1812" y="1249"/>
                </a:lnTo>
                <a:lnTo>
                  <a:pt x="1813" y="1246"/>
                </a:lnTo>
                <a:lnTo>
                  <a:pt x="1813" y="1245"/>
                </a:lnTo>
                <a:lnTo>
                  <a:pt x="1814" y="1243"/>
                </a:lnTo>
                <a:lnTo>
                  <a:pt x="1814" y="1241"/>
                </a:lnTo>
                <a:lnTo>
                  <a:pt x="1815" y="1239"/>
                </a:lnTo>
                <a:lnTo>
                  <a:pt x="1815" y="1238"/>
                </a:lnTo>
                <a:lnTo>
                  <a:pt x="1817" y="1235"/>
                </a:lnTo>
                <a:lnTo>
                  <a:pt x="1822" y="1221"/>
                </a:lnTo>
                <a:lnTo>
                  <a:pt x="1826" y="1205"/>
                </a:lnTo>
                <a:lnTo>
                  <a:pt x="1831" y="1189"/>
                </a:lnTo>
                <a:lnTo>
                  <a:pt x="1836" y="1174"/>
                </a:lnTo>
                <a:lnTo>
                  <a:pt x="1836" y="1172"/>
                </a:lnTo>
                <a:lnTo>
                  <a:pt x="1837" y="1171"/>
                </a:lnTo>
                <a:lnTo>
                  <a:pt x="1837" y="1168"/>
                </a:lnTo>
                <a:lnTo>
                  <a:pt x="1838" y="1167"/>
                </a:lnTo>
                <a:lnTo>
                  <a:pt x="1838" y="1164"/>
                </a:lnTo>
                <a:lnTo>
                  <a:pt x="1838" y="1163"/>
                </a:lnTo>
                <a:lnTo>
                  <a:pt x="1840" y="1161"/>
                </a:lnTo>
                <a:lnTo>
                  <a:pt x="1840" y="1160"/>
                </a:lnTo>
                <a:lnTo>
                  <a:pt x="1841" y="1157"/>
                </a:lnTo>
                <a:lnTo>
                  <a:pt x="1841" y="1156"/>
                </a:lnTo>
                <a:lnTo>
                  <a:pt x="1842" y="1153"/>
                </a:lnTo>
                <a:lnTo>
                  <a:pt x="1842" y="1151"/>
                </a:lnTo>
                <a:lnTo>
                  <a:pt x="1843" y="1150"/>
                </a:lnTo>
                <a:lnTo>
                  <a:pt x="1843" y="1147"/>
                </a:lnTo>
                <a:lnTo>
                  <a:pt x="1844" y="1146"/>
                </a:lnTo>
                <a:lnTo>
                  <a:pt x="1844" y="1145"/>
                </a:lnTo>
                <a:lnTo>
                  <a:pt x="1846" y="1143"/>
                </a:lnTo>
                <a:lnTo>
                  <a:pt x="1848" y="1135"/>
                </a:lnTo>
                <a:lnTo>
                  <a:pt x="1848" y="1133"/>
                </a:lnTo>
                <a:lnTo>
                  <a:pt x="1849" y="1132"/>
                </a:lnTo>
                <a:lnTo>
                  <a:pt x="1849" y="1130"/>
                </a:lnTo>
                <a:lnTo>
                  <a:pt x="1851" y="1125"/>
                </a:lnTo>
                <a:lnTo>
                  <a:pt x="1852" y="1121"/>
                </a:lnTo>
                <a:lnTo>
                  <a:pt x="1853" y="1117"/>
                </a:lnTo>
                <a:lnTo>
                  <a:pt x="1853" y="1113"/>
                </a:lnTo>
                <a:lnTo>
                  <a:pt x="1851" y="1111"/>
                </a:lnTo>
                <a:lnTo>
                  <a:pt x="1844" y="1110"/>
                </a:lnTo>
                <a:lnTo>
                  <a:pt x="1838" y="1107"/>
                </a:lnTo>
                <a:lnTo>
                  <a:pt x="1834" y="1106"/>
                </a:lnTo>
                <a:lnTo>
                  <a:pt x="1832" y="1105"/>
                </a:lnTo>
                <a:lnTo>
                  <a:pt x="1829" y="1103"/>
                </a:lnTo>
                <a:lnTo>
                  <a:pt x="1825" y="1102"/>
                </a:lnTo>
                <a:lnTo>
                  <a:pt x="1824" y="1102"/>
                </a:lnTo>
                <a:lnTo>
                  <a:pt x="1822" y="1101"/>
                </a:lnTo>
                <a:lnTo>
                  <a:pt x="1818" y="1100"/>
                </a:lnTo>
                <a:lnTo>
                  <a:pt x="1815" y="1096"/>
                </a:lnTo>
                <a:lnTo>
                  <a:pt x="1814" y="1095"/>
                </a:lnTo>
                <a:lnTo>
                  <a:pt x="1813" y="1091"/>
                </a:lnTo>
                <a:lnTo>
                  <a:pt x="1812" y="1090"/>
                </a:lnTo>
                <a:lnTo>
                  <a:pt x="1812" y="1089"/>
                </a:lnTo>
                <a:lnTo>
                  <a:pt x="1813" y="1086"/>
                </a:lnTo>
                <a:lnTo>
                  <a:pt x="1814" y="1081"/>
                </a:lnTo>
                <a:lnTo>
                  <a:pt x="1817" y="1080"/>
                </a:lnTo>
                <a:lnTo>
                  <a:pt x="1818" y="1078"/>
                </a:lnTo>
                <a:lnTo>
                  <a:pt x="1820" y="1078"/>
                </a:lnTo>
                <a:lnTo>
                  <a:pt x="1823" y="1077"/>
                </a:lnTo>
                <a:lnTo>
                  <a:pt x="1825" y="1077"/>
                </a:lnTo>
                <a:lnTo>
                  <a:pt x="1831" y="1075"/>
                </a:lnTo>
                <a:lnTo>
                  <a:pt x="1836" y="1075"/>
                </a:lnTo>
                <a:lnTo>
                  <a:pt x="1848" y="1075"/>
                </a:lnTo>
                <a:lnTo>
                  <a:pt x="1902" y="1075"/>
                </a:lnTo>
                <a:lnTo>
                  <a:pt x="1911" y="1075"/>
                </a:lnTo>
                <a:lnTo>
                  <a:pt x="1921" y="1075"/>
                </a:lnTo>
                <a:lnTo>
                  <a:pt x="1924" y="1077"/>
                </a:lnTo>
                <a:lnTo>
                  <a:pt x="1928" y="1078"/>
                </a:lnTo>
                <a:lnTo>
                  <a:pt x="1929" y="1078"/>
                </a:lnTo>
                <a:lnTo>
                  <a:pt x="1930" y="1079"/>
                </a:lnTo>
                <a:lnTo>
                  <a:pt x="1932" y="1081"/>
                </a:lnTo>
                <a:lnTo>
                  <a:pt x="1933" y="1083"/>
                </a:lnTo>
                <a:lnTo>
                  <a:pt x="1933" y="1085"/>
                </a:lnTo>
                <a:lnTo>
                  <a:pt x="1934" y="1088"/>
                </a:lnTo>
                <a:lnTo>
                  <a:pt x="1934" y="1090"/>
                </a:lnTo>
                <a:lnTo>
                  <a:pt x="1933" y="1095"/>
                </a:lnTo>
                <a:lnTo>
                  <a:pt x="1932" y="1096"/>
                </a:lnTo>
                <a:lnTo>
                  <a:pt x="1932" y="1097"/>
                </a:lnTo>
                <a:lnTo>
                  <a:pt x="1929" y="1099"/>
                </a:lnTo>
                <a:lnTo>
                  <a:pt x="1927" y="1100"/>
                </a:lnTo>
                <a:lnTo>
                  <a:pt x="1924" y="1102"/>
                </a:lnTo>
                <a:lnTo>
                  <a:pt x="1923" y="1102"/>
                </a:lnTo>
                <a:lnTo>
                  <a:pt x="1918" y="1103"/>
                </a:lnTo>
                <a:lnTo>
                  <a:pt x="1913" y="1106"/>
                </a:lnTo>
                <a:lnTo>
                  <a:pt x="1911" y="1107"/>
                </a:lnTo>
                <a:lnTo>
                  <a:pt x="1906" y="1108"/>
                </a:lnTo>
                <a:lnTo>
                  <a:pt x="1902" y="1110"/>
                </a:lnTo>
                <a:lnTo>
                  <a:pt x="1899" y="1112"/>
                </a:lnTo>
                <a:lnTo>
                  <a:pt x="1898" y="1113"/>
                </a:lnTo>
                <a:lnTo>
                  <a:pt x="1894" y="1117"/>
                </a:lnTo>
                <a:lnTo>
                  <a:pt x="1893" y="1119"/>
                </a:lnTo>
                <a:lnTo>
                  <a:pt x="1892" y="1122"/>
                </a:lnTo>
                <a:lnTo>
                  <a:pt x="1890" y="1123"/>
                </a:lnTo>
                <a:lnTo>
                  <a:pt x="1890" y="1125"/>
                </a:lnTo>
                <a:lnTo>
                  <a:pt x="1889" y="1127"/>
                </a:lnTo>
                <a:lnTo>
                  <a:pt x="1889" y="1129"/>
                </a:lnTo>
                <a:lnTo>
                  <a:pt x="1888" y="1130"/>
                </a:lnTo>
                <a:lnTo>
                  <a:pt x="1887" y="1134"/>
                </a:lnTo>
                <a:lnTo>
                  <a:pt x="1882" y="1151"/>
                </a:lnTo>
                <a:lnTo>
                  <a:pt x="1876" y="1167"/>
                </a:lnTo>
                <a:lnTo>
                  <a:pt x="1872" y="1179"/>
                </a:lnTo>
                <a:lnTo>
                  <a:pt x="1869" y="1189"/>
                </a:lnTo>
                <a:lnTo>
                  <a:pt x="1865" y="1200"/>
                </a:lnTo>
                <a:lnTo>
                  <a:pt x="1861" y="1210"/>
                </a:lnTo>
                <a:lnTo>
                  <a:pt x="1858" y="1219"/>
                </a:lnTo>
                <a:lnTo>
                  <a:pt x="1858" y="1221"/>
                </a:lnTo>
                <a:lnTo>
                  <a:pt x="1858" y="1223"/>
                </a:lnTo>
                <a:lnTo>
                  <a:pt x="1857" y="1224"/>
                </a:lnTo>
                <a:lnTo>
                  <a:pt x="1857" y="1227"/>
                </a:lnTo>
                <a:lnTo>
                  <a:pt x="1855" y="1228"/>
                </a:lnTo>
                <a:lnTo>
                  <a:pt x="1855" y="1230"/>
                </a:lnTo>
                <a:lnTo>
                  <a:pt x="1854" y="1232"/>
                </a:lnTo>
                <a:lnTo>
                  <a:pt x="1854" y="1234"/>
                </a:lnTo>
                <a:lnTo>
                  <a:pt x="1853" y="1235"/>
                </a:lnTo>
                <a:lnTo>
                  <a:pt x="1853" y="1236"/>
                </a:lnTo>
                <a:lnTo>
                  <a:pt x="1852" y="1240"/>
                </a:lnTo>
                <a:lnTo>
                  <a:pt x="1851" y="1244"/>
                </a:lnTo>
                <a:lnTo>
                  <a:pt x="1849" y="1249"/>
                </a:lnTo>
                <a:lnTo>
                  <a:pt x="1847" y="1256"/>
                </a:lnTo>
                <a:lnTo>
                  <a:pt x="1846" y="1257"/>
                </a:lnTo>
                <a:lnTo>
                  <a:pt x="1846" y="1260"/>
                </a:lnTo>
                <a:lnTo>
                  <a:pt x="1844" y="1261"/>
                </a:lnTo>
                <a:lnTo>
                  <a:pt x="1844" y="1263"/>
                </a:lnTo>
                <a:lnTo>
                  <a:pt x="1843" y="1265"/>
                </a:lnTo>
                <a:lnTo>
                  <a:pt x="1843" y="1266"/>
                </a:lnTo>
                <a:lnTo>
                  <a:pt x="1842" y="1269"/>
                </a:lnTo>
                <a:lnTo>
                  <a:pt x="1840" y="1276"/>
                </a:lnTo>
                <a:lnTo>
                  <a:pt x="1831" y="1300"/>
                </a:lnTo>
                <a:lnTo>
                  <a:pt x="1824" y="1323"/>
                </a:lnTo>
                <a:lnTo>
                  <a:pt x="1823" y="1327"/>
                </a:lnTo>
                <a:lnTo>
                  <a:pt x="1823" y="1329"/>
                </a:lnTo>
                <a:lnTo>
                  <a:pt x="1822" y="1330"/>
                </a:lnTo>
                <a:lnTo>
                  <a:pt x="1822" y="1333"/>
                </a:lnTo>
                <a:lnTo>
                  <a:pt x="1820" y="1334"/>
                </a:lnTo>
                <a:lnTo>
                  <a:pt x="1820" y="1337"/>
                </a:lnTo>
                <a:lnTo>
                  <a:pt x="1819" y="1338"/>
                </a:lnTo>
                <a:lnTo>
                  <a:pt x="1818" y="1343"/>
                </a:lnTo>
                <a:lnTo>
                  <a:pt x="1809" y="1365"/>
                </a:lnTo>
                <a:lnTo>
                  <a:pt x="1809" y="1370"/>
                </a:lnTo>
                <a:lnTo>
                  <a:pt x="1801" y="1391"/>
                </a:lnTo>
                <a:lnTo>
                  <a:pt x="1794" y="1412"/>
                </a:lnTo>
                <a:lnTo>
                  <a:pt x="1790" y="1424"/>
                </a:lnTo>
                <a:lnTo>
                  <a:pt x="1789" y="1428"/>
                </a:lnTo>
                <a:lnTo>
                  <a:pt x="1789" y="1431"/>
                </a:lnTo>
                <a:lnTo>
                  <a:pt x="1788" y="1432"/>
                </a:lnTo>
                <a:lnTo>
                  <a:pt x="1788" y="1434"/>
                </a:lnTo>
                <a:lnTo>
                  <a:pt x="1786" y="1435"/>
                </a:lnTo>
                <a:lnTo>
                  <a:pt x="1786" y="1438"/>
                </a:lnTo>
                <a:lnTo>
                  <a:pt x="1785" y="1439"/>
                </a:lnTo>
                <a:lnTo>
                  <a:pt x="1785" y="1440"/>
                </a:lnTo>
                <a:lnTo>
                  <a:pt x="1784" y="1443"/>
                </a:lnTo>
                <a:lnTo>
                  <a:pt x="1784" y="1444"/>
                </a:lnTo>
                <a:lnTo>
                  <a:pt x="1783" y="1446"/>
                </a:lnTo>
                <a:lnTo>
                  <a:pt x="1783" y="1448"/>
                </a:lnTo>
                <a:lnTo>
                  <a:pt x="1782" y="1450"/>
                </a:lnTo>
                <a:lnTo>
                  <a:pt x="1780" y="1454"/>
                </a:lnTo>
                <a:lnTo>
                  <a:pt x="1780" y="1456"/>
                </a:lnTo>
                <a:lnTo>
                  <a:pt x="1779" y="1460"/>
                </a:lnTo>
                <a:lnTo>
                  <a:pt x="1778" y="1461"/>
                </a:lnTo>
                <a:lnTo>
                  <a:pt x="1778" y="1463"/>
                </a:lnTo>
                <a:lnTo>
                  <a:pt x="1777" y="1465"/>
                </a:lnTo>
                <a:lnTo>
                  <a:pt x="1773" y="1477"/>
                </a:lnTo>
                <a:close/>
                <a:moveTo>
                  <a:pt x="4754" y="1354"/>
                </a:moveTo>
                <a:lnTo>
                  <a:pt x="4754" y="1350"/>
                </a:lnTo>
                <a:lnTo>
                  <a:pt x="4753" y="1344"/>
                </a:lnTo>
                <a:lnTo>
                  <a:pt x="4751" y="1335"/>
                </a:lnTo>
                <a:lnTo>
                  <a:pt x="4751" y="1328"/>
                </a:lnTo>
                <a:lnTo>
                  <a:pt x="4751" y="1322"/>
                </a:lnTo>
                <a:lnTo>
                  <a:pt x="4750" y="1316"/>
                </a:lnTo>
                <a:lnTo>
                  <a:pt x="4749" y="1304"/>
                </a:lnTo>
                <a:lnTo>
                  <a:pt x="4749" y="1299"/>
                </a:lnTo>
                <a:lnTo>
                  <a:pt x="4748" y="1293"/>
                </a:lnTo>
                <a:lnTo>
                  <a:pt x="4748" y="1290"/>
                </a:lnTo>
                <a:lnTo>
                  <a:pt x="4748" y="1287"/>
                </a:lnTo>
                <a:lnTo>
                  <a:pt x="4749" y="1282"/>
                </a:lnTo>
                <a:lnTo>
                  <a:pt x="4750" y="1277"/>
                </a:lnTo>
                <a:lnTo>
                  <a:pt x="4754" y="1273"/>
                </a:lnTo>
                <a:lnTo>
                  <a:pt x="4760" y="1272"/>
                </a:lnTo>
                <a:lnTo>
                  <a:pt x="4764" y="1271"/>
                </a:lnTo>
                <a:lnTo>
                  <a:pt x="4767" y="1271"/>
                </a:lnTo>
                <a:lnTo>
                  <a:pt x="4770" y="1272"/>
                </a:lnTo>
                <a:lnTo>
                  <a:pt x="4772" y="1273"/>
                </a:lnTo>
                <a:lnTo>
                  <a:pt x="4774" y="1276"/>
                </a:lnTo>
                <a:lnTo>
                  <a:pt x="4777" y="1278"/>
                </a:lnTo>
                <a:lnTo>
                  <a:pt x="4778" y="1280"/>
                </a:lnTo>
                <a:lnTo>
                  <a:pt x="4779" y="1284"/>
                </a:lnTo>
                <a:lnTo>
                  <a:pt x="4780" y="1287"/>
                </a:lnTo>
                <a:lnTo>
                  <a:pt x="4782" y="1289"/>
                </a:lnTo>
                <a:lnTo>
                  <a:pt x="4782" y="1290"/>
                </a:lnTo>
                <a:lnTo>
                  <a:pt x="4783" y="1294"/>
                </a:lnTo>
                <a:lnTo>
                  <a:pt x="4784" y="1296"/>
                </a:lnTo>
                <a:lnTo>
                  <a:pt x="4785" y="1301"/>
                </a:lnTo>
                <a:lnTo>
                  <a:pt x="4786" y="1304"/>
                </a:lnTo>
                <a:lnTo>
                  <a:pt x="4788" y="1307"/>
                </a:lnTo>
                <a:lnTo>
                  <a:pt x="4789" y="1310"/>
                </a:lnTo>
                <a:lnTo>
                  <a:pt x="4790" y="1312"/>
                </a:lnTo>
                <a:lnTo>
                  <a:pt x="4791" y="1316"/>
                </a:lnTo>
                <a:lnTo>
                  <a:pt x="4793" y="1318"/>
                </a:lnTo>
                <a:lnTo>
                  <a:pt x="4794" y="1322"/>
                </a:lnTo>
                <a:lnTo>
                  <a:pt x="4795" y="1324"/>
                </a:lnTo>
                <a:lnTo>
                  <a:pt x="4797" y="1328"/>
                </a:lnTo>
                <a:lnTo>
                  <a:pt x="4800" y="1332"/>
                </a:lnTo>
                <a:lnTo>
                  <a:pt x="4801" y="1333"/>
                </a:lnTo>
                <a:lnTo>
                  <a:pt x="4803" y="1334"/>
                </a:lnTo>
                <a:lnTo>
                  <a:pt x="4806" y="1334"/>
                </a:lnTo>
                <a:lnTo>
                  <a:pt x="4809" y="1337"/>
                </a:lnTo>
                <a:lnTo>
                  <a:pt x="4814" y="1338"/>
                </a:lnTo>
                <a:lnTo>
                  <a:pt x="4817" y="1338"/>
                </a:lnTo>
                <a:lnTo>
                  <a:pt x="4820" y="1339"/>
                </a:lnTo>
                <a:lnTo>
                  <a:pt x="4825" y="1339"/>
                </a:lnTo>
                <a:lnTo>
                  <a:pt x="4829" y="1339"/>
                </a:lnTo>
                <a:lnTo>
                  <a:pt x="4834" y="1338"/>
                </a:lnTo>
                <a:lnTo>
                  <a:pt x="4837" y="1338"/>
                </a:lnTo>
                <a:lnTo>
                  <a:pt x="4840" y="1338"/>
                </a:lnTo>
                <a:lnTo>
                  <a:pt x="4841" y="1337"/>
                </a:lnTo>
                <a:lnTo>
                  <a:pt x="4843" y="1337"/>
                </a:lnTo>
                <a:lnTo>
                  <a:pt x="4847" y="1335"/>
                </a:lnTo>
                <a:lnTo>
                  <a:pt x="4849" y="1334"/>
                </a:lnTo>
                <a:lnTo>
                  <a:pt x="4852" y="1333"/>
                </a:lnTo>
                <a:lnTo>
                  <a:pt x="4855" y="1332"/>
                </a:lnTo>
                <a:lnTo>
                  <a:pt x="4857" y="1330"/>
                </a:lnTo>
                <a:lnTo>
                  <a:pt x="4858" y="1329"/>
                </a:lnTo>
                <a:lnTo>
                  <a:pt x="4860" y="1326"/>
                </a:lnTo>
                <a:lnTo>
                  <a:pt x="4864" y="1323"/>
                </a:lnTo>
                <a:lnTo>
                  <a:pt x="4867" y="1321"/>
                </a:lnTo>
                <a:lnTo>
                  <a:pt x="4869" y="1318"/>
                </a:lnTo>
                <a:lnTo>
                  <a:pt x="4869" y="1317"/>
                </a:lnTo>
                <a:lnTo>
                  <a:pt x="4870" y="1315"/>
                </a:lnTo>
                <a:lnTo>
                  <a:pt x="4871" y="1312"/>
                </a:lnTo>
                <a:lnTo>
                  <a:pt x="4872" y="1310"/>
                </a:lnTo>
                <a:lnTo>
                  <a:pt x="4872" y="1308"/>
                </a:lnTo>
                <a:lnTo>
                  <a:pt x="4875" y="1304"/>
                </a:lnTo>
                <a:lnTo>
                  <a:pt x="4876" y="1298"/>
                </a:lnTo>
                <a:lnTo>
                  <a:pt x="4877" y="1291"/>
                </a:lnTo>
                <a:lnTo>
                  <a:pt x="4877" y="1288"/>
                </a:lnTo>
                <a:lnTo>
                  <a:pt x="4877" y="1284"/>
                </a:lnTo>
                <a:lnTo>
                  <a:pt x="4876" y="1280"/>
                </a:lnTo>
                <a:lnTo>
                  <a:pt x="4873" y="1272"/>
                </a:lnTo>
                <a:lnTo>
                  <a:pt x="4871" y="1268"/>
                </a:lnTo>
                <a:lnTo>
                  <a:pt x="4869" y="1265"/>
                </a:lnTo>
                <a:lnTo>
                  <a:pt x="4866" y="1262"/>
                </a:lnTo>
                <a:lnTo>
                  <a:pt x="4863" y="1258"/>
                </a:lnTo>
                <a:lnTo>
                  <a:pt x="4857" y="1254"/>
                </a:lnTo>
                <a:lnTo>
                  <a:pt x="4855" y="1251"/>
                </a:lnTo>
                <a:lnTo>
                  <a:pt x="4853" y="1250"/>
                </a:lnTo>
                <a:lnTo>
                  <a:pt x="4852" y="1249"/>
                </a:lnTo>
                <a:lnTo>
                  <a:pt x="4849" y="1247"/>
                </a:lnTo>
                <a:lnTo>
                  <a:pt x="4847" y="1246"/>
                </a:lnTo>
                <a:lnTo>
                  <a:pt x="4846" y="1245"/>
                </a:lnTo>
                <a:lnTo>
                  <a:pt x="4843" y="1244"/>
                </a:lnTo>
                <a:lnTo>
                  <a:pt x="4841" y="1243"/>
                </a:lnTo>
                <a:lnTo>
                  <a:pt x="4837" y="1240"/>
                </a:lnTo>
                <a:lnTo>
                  <a:pt x="4834" y="1238"/>
                </a:lnTo>
                <a:lnTo>
                  <a:pt x="4831" y="1236"/>
                </a:lnTo>
                <a:lnTo>
                  <a:pt x="4829" y="1235"/>
                </a:lnTo>
                <a:lnTo>
                  <a:pt x="4828" y="1234"/>
                </a:lnTo>
                <a:lnTo>
                  <a:pt x="4825" y="1234"/>
                </a:lnTo>
                <a:lnTo>
                  <a:pt x="4823" y="1233"/>
                </a:lnTo>
                <a:lnTo>
                  <a:pt x="4822" y="1230"/>
                </a:lnTo>
                <a:lnTo>
                  <a:pt x="4819" y="1230"/>
                </a:lnTo>
                <a:lnTo>
                  <a:pt x="4817" y="1229"/>
                </a:lnTo>
                <a:lnTo>
                  <a:pt x="4814" y="1227"/>
                </a:lnTo>
                <a:lnTo>
                  <a:pt x="4812" y="1225"/>
                </a:lnTo>
                <a:lnTo>
                  <a:pt x="4807" y="1223"/>
                </a:lnTo>
                <a:lnTo>
                  <a:pt x="4806" y="1222"/>
                </a:lnTo>
                <a:lnTo>
                  <a:pt x="4803" y="1221"/>
                </a:lnTo>
                <a:lnTo>
                  <a:pt x="4801" y="1219"/>
                </a:lnTo>
                <a:lnTo>
                  <a:pt x="4799" y="1218"/>
                </a:lnTo>
                <a:lnTo>
                  <a:pt x="4797" y="1217"/>
                </a:lnTo>
                <a:lnTo>
                  <a:pt x="4795" y="1216"/>
                </a:lnTo>
                <a:lnTo>
                  <a:pt x="4794" y="1215"/>
                </a:lnTo>
                <a:lnTo>
                  <a:pt x="4791" y="1212"/>
                </a:lnTo>
                <a:lnTo>
                  <a:pt x="4789" y="1211"/>
                </a:lnTo>
                <a:lnTo>
                  <a:pt x="4786" y="1210"/>
                </a:lnTo>
                <a:lnTo>
                  <a:pt x="4784" y="1207"/>
                </a:lnTo>
                <a:lnTo>
                  <a:pt x="4782" y="1205"/>
                </a:lnTo>
                <a:lnTo>
                  <a:pt x="4778" y="1202"/>
                </a:lnTo>
                <a:lnTo>
                  <a:pt x="4777" y="1202"/>
                </a:lnTo>
                <a:lnTo>
                  <a:pt x="4772" y="1197"/>
                </a:lnTo>
                <a:lnTo>
                  <a:pt x="4770" y="1195"/>
                </a:lnTo>
                <a:lnTo>
                  <a:pt x="4767" y="1191"/>
                </a:lnTo>
                <a:lnTo>
                  <a:pt x="4765" y="1189"/>
                </a:lnTo>
                <a:lnTo>
                  <a:pt x="4764" y="1186"/>
                </a:lnTo>
                <a:lnTo>
                  <a:pt x="4762" y="1185"/>
                </a:lnTo>
                <a:lnTo>
                  <a:pt x="4761" y="1183"/>
                </a:lnTo>
                <a:lnTo>
                  <a:pt x="4760" y="1179"/>
                </a:lnTo>
                <a:lnTo>
                  <a:pt x="4757" y="1175"/>
                </a:lnTo>
                <a:lnTo>
                  <a:pt x="4756" y="1173"/>
                </a:lnTo>
                <a:lnTo>
                  <a:pt x="4754" y="1167"/>
                </a:lnTo>
                <a:lnTo>
                  <a:pt x="4754" y="1164"/>
                </a:lnTo>
                <a:lnTo>
                  <a:pt x="4754" y="1162"/>
                </a:lnTo>
                <a:lnTo>
                  <a:pt x="4753" y="1158"/>
                </a:lnTo>
                <a:lnTo>
                  <a:pt x="4753" y="1155"/>
                </a:lnTo>
                <a:lnTo>
                  <a:pt x="4751" y="1151"/>
                </a:lnTo>
                <a:lnTo>
                  <a:pt x="4751" y="1146"/>
                </a:lnTo>
                <a:lnTo>
                  <a:pt x="4753" y="1138"/>
                </a:lnTo>
                <a:lnTo>
                  <a:pt x="4753" y="1133"/>
                </a:lnTo>
                <a:lnTo>
                  <a:pt x="4753" y="1130"/>
                </a:lnTo>
                <a:lnTo>
                  <a:pt x="4754" y="1128"/>
                </a:lnTo>
                <a:lnTo>
                  <a:pt x="4754" y="1125"/>
                </a:lnTo>
                <a:lnTo>
                  <a:pt x="4757" y="1116"/>
                </a:lnTo>
                <a:lnTo>
                  <a:pt x="4762" y="1107"/>
                </a:lnTo>
                <a:lnTo>
                  <a:pt x="4765" y="1103"/>
                </a:lnTo>
                <a:lnTo>
                  <a:pt x="4767" y="1100"/>
                </a:lnTo>
                <a:lnTo>
                  <a:pt x="4774" y="1094"/>
                </a:lnTo>
                <a:lnTo>
                  <a:pt x="4780" y="1089"/>
                </a:lnTo>
                <a:lnTo>
                  <a:pt x="4789" y="1084"/>
                </a:lnTo>
                <a:lnTo>
                  <a:pt x="4797" y="1080"/>
                </a:lnTo>
                <a:lnTo>
                  <a:pt x="4807" y="1077"/>
                </a:lnTo>
                <a:lnTo>
                  <a:pt x="4809" y="1077"/>
                </a:lnTo>
                <a:lnTo>
                  <a:pt x="4812" y="1075"/>
                </a:lnTo>
                <a:lnTo>
                  <a:pt x="4813" y="1075"/>
                </a:lnTo>
                <a:lnTo>
                  <a:pt x="4815" y="1074"/>
                </a:lnTo>
                <a:lnTo>
                  <a:pt x="4819" y="1074"/>
                </a:lnTo>
                <a:lnTo>
                  <a:pt x="4823" y="1073"/>
                </a:lnTo>
                <a:lnTo>
                  <a:pt x="4826" y="1073"/>
                </a:lnTo>
                <a:lnTo>
                  <a:pt x="4831" y="1073"/>
                </a:lnTo>
                <a:lnTo>
                  <a:pt x="4847" y="1072"/>
                </a:lnTo>
                <a:lnTo>
                  <a:pt x="4854" y="1072"/>
                </a:lnTo>
                <a:lnTo>
                  <a:pt x="4861" y="1073"/>
                </a:lnTo>
                <a:lnTo>
                  <a:pt x="4867" y="1074"/>
                </a:lnTo>
                <a:lnTo>
                  <a:pt x="4873" y="1075"/>
                </a:lnTo>
                <a:lnTo>
                  <a:pt x="4876" y="1075"/>
                </a:lnTo>
                <a:lnTo>
                  <a:pt x="4878" y="1077"/>
                </a:lnTo>
                <a:lnTo>
                  <a:pt x="4881" y="1077"/>
                </a:lnTo>
                <a:lnTo>
                  <a:pt x="4883" y="1078"/>
                </a:lnTo>
                <a:lnTo>
                  <a:pt x="4887" y="1079"/>
                </a:lnTo>
                <a:lnTo>
                  <a:pt x="4889" y="1079"/>
                </a:lnTo>
                <a:lnTo>
                  <a:pt x="4893" y="1080"/>
                </a:lnTo>
                <a:lnTo>
                  <a:pt x="4898" y="1083"/>
                </a:lnTo>
                <a:lnTo>
                  <a:pt x="4900" y="1084"/>
                </a:lnTo>
                <a:lnTo>
                  <a:pt x="4901" y="1085"/>
                </a:lnTo>
                <a:lnTo>
                  <a:pt x="4901" y="1092"/>
                </a:lnTo>
                <a:lnTo>
                  <a:pt x="4903" y="1094"/>
                </a:lnTo>
                <a:lnTo>
                  <a:pt x="4903" y="1096"/>
                </a:lnTo>
                <a:lnTo>
                  <a:pt x="4903" y="1100"/>
                </a:lnTo>
                <a:lnTo>
                  <a:pt x="4903" y="1107"/>
                </a:lnTo>
                <a:lnTo>
                  <a:pt x="4904" y="1116"/>
                </a:lnTo>
                <a:lnTo>
                  <a:pt x="4904" y="1122"/>
                </a:lnTo>
                <a:lnTo>
                  <a:pt x="4905" y="1128"/>
                </a:lnTo>
                <a:lnTo>
                  <a:pt x="4905" y="1133"/>
                </a:lnTo>
                <a:lnTo>
                  <a:pt x="4906" y="1141"/>
                </a:lnTo>
                <a:lnTo>
                  <a:pt x="4905" y="1144"/>
                </a:lnTo>
                <a:lnTo>
                  <a:pt x="4904" y="1146"/>
                </a:lnTo>
                <a:lnTo>
                  <a:pt x="4900" y="1149"/>
                </a:lnTo>
                <a:lnTo>
                  <a:pt x="4898" y="1150"/>
                </a:lnTo>
                <a:lnTo>
                  <a:pt x="4893" y="1152"/>
                </a:lnTo>
                <a:lnTo>
                  <a:pt x="4889" y="1152"/>
                </a:lnTo>
                <a:lnTo>
                  <a:pt x="4887" y="1152"/>
                </a:lnTo>
                <a:lnTo>
                  <a:pt x="4884" y="1151"/>
                </a:lnTo>
                <a:lnTo>
                  <a:pt x="4883" y="1150"/>
                </a:lnTo>
                <a:lnTo>
                  <a:pt x="4882" y="1149"/>
                </a:lnTo>
                <a:lnTo>
                  <a:pt x="4880" y="1146"/>
                </a:lnTo>
                <a:lnTo>
                  <a:pt x="4876" y="1144"/>
                </a:lnTo>
                <a:lnTo>
                  <a:pt x="4875" y="1143"/>
                </a:lnTo>
                <a:lnTo>
                  <a:pt x="4873" y="1139"/>
                </a:lnTo>
                <a:lnTo>
                  <a:pt x="4873" y="1136"/>
                </a:lnTo>
                <a:lnTo>
                  <a:pt x="4871" y="1132"/>
                </a:lnTo>
                <a:lnTo>
                  <a:pt x="4870" y="1129"/>
                </a:lnTo>
                <a:lnTo>
                  <a:pt x="4870" y="1127"/>
                </a:lnTo>
                <a:lnTo>
                  <a:pt x="4869" y="1123"/>
                </a:lnTo>
                <a:lnTo>
                  <a:pt x="4867" y="1121"/>
                </a:lnTo>
                <a:lnTo>
                  <a:pt x="4866" y="1117"/>
                </a:lnTo>
                <a:lnTo>
                  <a:pt x="4865" y="1114"/>
                </a:lnTo>
                <a:lnTo>
                  <a:pt x="4864" y="1112"/>
                </a:lnTo>
                <a:lnTo>
                  <a:pt x="4863" y="1110"/>
                </a:lnTo>
                <a:lnTo>
                  <a:pt x="4861" y="1108"/>
                </a:lnTo>
                <a:lnTo>
                  <a:pt x="4859" y="1107"/>
                </a:lnTo>
                <a:lnTo>
                  <a:pt x="4857" y="1105"/>
                </a:lnTo>
                <a:lnTo>
                  <a:pt x="4853" y="1102"/>
                </a:lnTo>
                <a:lnTo>
                  <a:pt x="4848" y="1101"/>
                </a:lnTo>
                <a:lnTo>
                  <a:pt x="4843" y="1101"/>
                </a:lnTo>
                <a:lnTo>
                  <a:pt x="4838" y="1101"/>
                </a:lnTo>
                <a:lnTo>
                  <a:pt x="4831" y="1101"/>
                </a:lnTo>
                <a:lnTo>
                  <a:pt x="4828" y="1101"/>
                </a:lnTo>
                <a:lnTo>
                  <a:pt x="4819" y="1103"/>
                </a:lnTo>
                <a:lnTo>
                  <a:pt x="4817" y="1106"/>
                </a:lnTo>
                <a:lnTo>
                  <a:pt x="4813" y="1107"/>
                </a:lnTo>
                <a:lnTo>
                  <a:pt x="4809" y="1110"/>
                </a:lnTo>
                <a:lnTo>
                  <a:pt x="4807" y="1112"/>
                </a:lnTo>
                <a:lnTo>
                  <a:pt x="4802" y="1118"/>
                </a:lnTo>
                <a:lnTo>
                  <a:pt x="4800" y="1119"/>
                </a:lnTo>
                <a:lnTo>
                  <a:pt x="4800" y="1122"/>
                </a:lnTo>
                <a:lnTo>
                  <a:pt x="4799" y="1123"/>
                </a:lnTo>
                <a:lnTo>
                  <a:pt x="4797" y="1125"/>
                </a:lnTo>
                <a:lnTo>
                  <a:pt x="4797" y="1128"/>
                </a:lnTo>
                <a:lnTo>
                  <a:pt x="4796" y="1130"/>
                </a:lnTo>
                <a:lnTo>
                  <a:pt x="4795" y="1133"/>
                </a:lnTo>
                <a:lnTo>
                  <a:pt x="4795" y="1136"/>
                </a:lnTo>
                <a:lnTo>
                  <a:pt x="4794" y="1140"/>
                </a:lnTo>
                <a:lnTo>
                  <a:pt x="4794" y="1145"/>
                </a:lnTo>
                <a:lnTo>
                  <a:pt x="4795" y="1152"/>
                </a:lnTo>
                <a:lnTo>
                  <a:pt x="4795" y="1155"/>
                </a:lnTo>
                <a:lnTo>
                  <a:pt x="4796" y="1156"/>
                </a:lnTo>
                <a:lnTo>
                  <a:pt x="4797" y="1160"/>
                </a:lnTo>
                <a:lnTo>
                  <a:pt x="4799" y="1163"/>
                </a:lnTo>
                <a:lnTo>
                  <a:pt x="4801" y="1164"/>
                </a:lnTo>
                <a:lnTo>
                  <a:pt x="4802" y="1167"/>
                </a:lnTo>
                <a:lnTo>
                  <a:pt x="4805" y="1169"/>
                </a:lnTo>
                <a:lnTo>
                  <a:pt x="4808" y="1173"/>
                </a:lnTo>
                <a:lnTo>
                  <a:pt x="4811" y="1175"/>
                </a:lnTo>
                <a:lnTo>
                  <a:pt x="4813" y="1177"/>
                </a:lnTo>
                <a:lnTo>
                  <a:pt x="4815" y="1179"/>
                </a:lnTo>
                <a:lnTo>
                  <a:pt x="4817" y="1180"/>
                </a:lnTo>
                <a:lnTo>
                  <a:pt x="4819" y="1182"/>
                </a:lnTo>
                <a:lnTo>
                  <a:pt x="4820" y="1182"/>
                </a:lnTo>
                <a:lnTo>
                  <a:pt x="4823" y="1183"/>
                </a:lnTo>
                <a:lnTo>
                  <a:pt x="4825" y="1184"/>
                </a:lnTo>
                <a:lnTo>
                  <a:pt x="4826" y="1185"/>
                </a:lnTo>
                <a:lnTo>
                  <a:pt x="4828" y="1188"/>
                </a:lnTo>
                <a:lnTo>
                  <a:pt x="4831" y="1189"/>
                </a:lnTo>
                <a:lnTo>
                  <a:pt x="4836" y="1190"/>
                </a:lnTo>
                <a:lnTo>
                  <a:pt x="4840" y="1193"/>
                </a:lnTo>
                <a:lnTo>
                  <a:pt x="4841" y="1194"/>
                </a:lnTo>
                <a:lnTo>
                  <a:pt x="4843" y="1195"/>
                </a:lnTo>
                <a:lnTo>
                  <a:pt x="4846" y="1196"/>
                </a:lnTo>
                <a:lnTo>
                  <a:pt x="4848" y="1197"/>
                </a:lnTo>
                <a:lnTo>
                  <a:pt x="4851" y="1199"/>
                </a:lnTo>
                <a:lnTo>
                  <a:pt x="4852" y="1201"/>
                </a:lnTo>
                <a:lnTo>
                  <a:pt x="4854" y="1201"/>
                </a:lnTo>
                <a:lnTo>
                  <a:pt x="4857" y="1202"/>
                </a:lnTo>
                <a:lnTo>
                  <a:pt x="4860" y="1205"/>
                </a:lnTo>
                <a:lnTo>
                  <a:pt x="4865" y="1207"/>
                </a:lnTo>
                <a:lnTo>
                  <a:pt x="4867" y="1208"/>
                </a:lnTo>
                <a:lnTo>
                  <a:pt x="4870" y="1210"/>
                </a:lnTo>
                <a:lnTo>
                  <a:pt x="4872" y="1212"/>
                </a:lnTo>
                <a:lnTo>
                  <a:pt x="4875" y="1213"/>
                </a:lnTo>
                <a:lnTo>
                  <a:pt x="4877" y="1215"/>
                </a:lnTo>
                <a:lnTo>
                  <a:pt x="4878" y="1216"/>
                </a:lnTo>
                <a:lnTo>
                  <a:pt x="4880" y="1218"/>
                </a:lnTo>
                <a:lnTo>
                  <a:pt x="4882" y="1219"/>
                </a:lnTo>
                <a:lnTo>
                  <a:pt x="4884" y="1221"/>
                </a:lnTo>
                <a:lnTo>
                  <a:pt x="4886" y="1222"/>
                </a:lnTo>
                <a:lnTo>
                  <a:pt x="4889" y="1224"/>
                </a:lnTo>
                <a:lnTo>
                  <a:pt x="4898" y="1232"/>
                </a:lnTo>
                <a:lnTo>
                  <a:pt x="4903" y="1236"/>
                </a:lnTo>
                <a:lnTo>
                  <a:pt x="4906" y="1241"/>
                </a:lnTo>
                <a:lnTo>
                  <a:pt x="4909" y="1246"/>
                </a:lnTo>
                <a:lnTo>
                  <a:pt x="4912" y="1251"/>
                </a:lnTo>
                <a:lnTo>
                  <a:pt x="4915" y="1257"/>
                </a:lnTo>
                <a:lnTo>
                  <a:pt x="4917" y="1263"/>
                </a:lnTo>
                <a:lnTo>
                  <a:pt x="4917" y="1265"/>
                </a:lnTo>
                <a:lnTo>
                  <a:pt x="4917" y="1267"/>
                </a:lnTo>
                <a:lnTo>
                  <a:pt x="4918" y="1271"/>
                </a:lnTo>
                <a:lnTo>
                  <a:pt x="4918" y="1273"/>
                </a:lnTo>
                <a:lnTo>
                  <a:pt x="4919" y="1276"/>
                </a:lnTo>
                <a:lnTo>
                  <a:pt x="4919" y="1282"/>
                </a:lnTo>
                <a:lnTo>
                  <a:pt x="4918" y="1293"/>
                </a:lnTo>
                <a:lnTo>
                  <a:pt x="4916" y="1304"/>
                </a:lnTo>
                <a:lnTo>
                  <a:pt x="4913" y="1312"/>
                </a:lnTo>
                <a:lnTo>
                  <a:pt x="4913" y="1313"/>
                </a:lnTo>
                <a:lnTo>
                  <a:pt x="4912" y="1316"/>
                </a:lnTo>
                <a:lnTo>
                  <a:pt x="4911" y="1318"/>
                </a:lnTo>
                <a:lnTo>
                  <a:pt x="4910" y="1321"/>
                </a:lnTo>
                <a:lnTo>
                  <a:pt x="4907" y="1324"/>
                </a:lnTo>
                <a:lnTo>
                  <a:pt x="4906" y="1327"/>
                </a:lnTo>
                <a:lnTo>
                  <a:pt x="4905" y="1329"/>
                </a:lnTo>
                <a:lnTo>
                  <a:pt x="4903" y="1330"/>
                </a:lnTo>
                <a:lnTo>
                  <a:pt x="4901" y="1332"/>
                </a:lnTo>
                <a:lnTo>
                  <a:pt x="4899" y="1335"/>
                </a:lnTo>
                <a:lnTo>
                  <a:pt x="4893" y="1341"/>
                </a:lnTo>
                <a:lnTo>
                  <a:pt x="4888" y="1348"/>
                </a:lnTo>
                <a:lnTo>
                  <a:pt x="4886" y="1350"/>
                </a:lnTo>
                <a:lnTo>
                  <a:pt x="4883" y="1351"/>
                </a:lnTo>
                <a:lnTo>
                  <a:pt x="4881" y="1352"/>
                </a:lnTo>
                <a:lnTo>
                  <a:pt x="4878" y="1354"/>
                </a:lnTo>
                <a:lnTo>
                  <a:pt x="4876" y="1355"/>
                </a:lnTo>
                <a:lnTo>
                  <a:pt x="4873" y="1356"/>
                </a:lnTo>
                <a:lnTo>
                  <a:pt x="4871" y="1357"/>
                </a:lnTo>
                <a:lnTo>
                  <a:pt x="4867" y="1360"/>
                </a:lnTo>
                <a:lnTo>
                  <a:pt x="4865" y="1361"/>
                </a:lnTo>
                <a:lnTo>
                  <a:pt x="4849" y="1366"/>
                </a:lnTo>
                <a:lnTo>
                  <a:pt x="4846" y="1366"/>
                </a:lnTo>
                <a:lnTo>
                  <a:pt x="4838" y="1368"/>
                </a:lnTo>
                <a:lnTo>
                  <a:pt x="4830" y="1368"/>
                </a:lnTo>
                <a:lnTo>
                  <a:pt x="4813" y="1368"/>
                </a:lnTo>
                <a:lnTo>
                  <a:pt x="4795" y="1367"/>
                </a:lnTo>
                <a:lnTo>
                  <a:pt x="4786" y="1366"/>
                </a:lnTo>
                <a:lnTo>
                  <a:pt x="4766" y="1360"/>
                </a:lnTo>
                <a:lnTo>
                  <a:pt x="4754" y="1354"/>
                </a:lnTo>
                <a:close/>
                <a:moveTo>
                  <a:pt x="4110" y="1365"/>
                </a:moveTo>
                <a:lnTo>
                  <a:pt x="4110" y="1330"/>
                </a:lnTo>
                <a:lnTo>
                  <a:pt x="4107" y="1334"/>
                </a:lnTo>
                <a:lnTo>
                  <a:pt x="4106" y="1337"/>
                </a:lnTo>
                <a:lnTo>
                  <a:pt x="4105" y="1338"/>
                </a:lnTo>
                <a:lnTo>
                  <a:pt x="4104" y="1339"/>
                </a:lnTo>
                <a:lnTo>
                  <a:pt x="4100" y="1344"/>
                </a:lnTo>
                <a:lnTo>
                  <a:pt x="4099" y="1346"/>
                </a:lnTo>
                <a:lnTo>
                  <a:pt x="4093" y="1351"/>
                </a:lnTo>
                <a:lnTo>
                  <a:pt x="4090" y="1354"/>
                </a:lnTo>
                <a:lnTo>
                  <a:pt x="4088" y="1355"/>
                </a:lnTo>
                <a:lnTo>
                  <a:pt x="4087" y="1356"/>
                </a:lnTo>
                <a:lnTo>
                  <a:pt x="4084" y="1357"/>
                </a:lnTo>
                <a:lnTo>
                  <a:pt x="4081" y="1359"/>
                </a:lnTo>
                <a:lnTo>
                  <a:pt x="4078" y="1361"/>
                </a:lnTo>
                <a:lnTo>
                  <a:pt x="4076" y="1362"/>
                </a:lnTo>
                <a:lnTo>
                  <a:pt x="4073" y="1362"/>
                </a:lnTo>
                <a:lnTo>
                  <a:pt x="4060" y="1367"/>
                </a:lnTo>
                <a:lnTo>
                  <a:pt x="4058" y="1367"/>
                </a:lnTo>
                <a:lnTo>
                  <a:pt x="4053" y="1368"/>
                </a:lnTo>
                <a:lnTo>
                  <a:pt x="4049" y="1368"/>
                </a:lnTo>
                <a:lnTo>
                  <a:pt x="4041" y="1368"/>
                </a:lnTo>
                <a:lnTo>
                  <a:pt x="4032" y="1367"/>
                </a:lnTo>
                <a:lnTo>
                  <a:pt x="4025" y="1366"/>
                </a:lnTo>
                <a:lnTo>
                  <a:pt x="4023" y="1366"/>
                </a:lnTo>
                <a:lnTo>
                  <a:pt x="4019" y="1365"/>
                </a:lnTo>
                <a:lnTo>
                  <a:pt x="4015" y="1363"/>
                </a:lnTo>
                <a:lnTo>
                  <a:pt x="4013" y="1362"/>
                </a:lnTo>
                <a:lnTo>
                  <a:pt x="4010" y="1361"/>
                </a:lnTo>
                <a:lnTo>
                  <a:pt x="4008" y="1360"/>
                </a:lnTo>
                <a:lnTo>
                  <a:pt x="4006" y="1359"/>
                </a:lnTo>
                <a:lnTo>
                  <a:pt x="4003" y="1357"/>
                </a:lnTo>
                <a:lnTo>
                  <a:pt x="4002" y="1356"/>
                </a:lnTo>
                <a:lnTo>
                  <a:pt x="4000" y="1355"/>
                </a:lnTo>
                <a:lnTo>
                  <a:pt x="3998" y="1352"/>
                </a:lnTo>
                <a:lnTo>
                  <a:pt x="3992" y="1348"/>
                </a:lnTo>
                <a:lnTo>
                  <a:pt x="3989" y="1344"/>
                </a:lnTo>
                <a:lnTo>
                  <a:pt x="3986" y="1341"/>
                </a:lnTo>
                <a:lnTo>
                  <a:pt x="3985" y="1339"/>
                </a:lnTo>
                <a:lnTo>
                  <a:pt x="3985" y="1338"/>
                </a:lnTo>
                <a:lnTo>
                  <a:pt x="3984" y="1337"/>
                </a:lnTo>
                <a:lnTo>
                  <a:pt x="3983" y="1334"/>
                </a:lnTo>
                <a:lnTo>
                  <a:pt x="3981" y="1330"/>
                </a:lnTo>
                <a:lnTo>
                  <a:pt x="3980" y="1328"/>
                </a:lnTo>
                <a:lnTo>
                  <a:pt x="3979" y="1327"/>
                </a:lnTo>
                <a:lnTo>
                  <a:pt x="3978" y="1324"/>
                </a:lnTo>
                <a:lnTo>
                  <a:pt x="3977" y="1321"/>
                </a:lnTo>
                <a:lnTo>
                  <a:pt x="3977" y="1319"/>
                </a:lnTo>
                <a:lnTo>
                  <a:pt x="3975" y="1317"/>
                </a:lnTo>
                <a:lnTo>
                  <a:pt x="3975" y="1316"/>
                </a:lnTo>
                <a:lnTo>
                  <a:pt x="3974" y="1313"/>
                </a:lnTo>
                <a:lnTo>
                  <a:pt x="3974" y="1311"/>
                </a:lnTo>
                <a:lnTo>
                  <a:pt x="3973" y="1307"/>
                </a:lnTo>
                <a:lnTo>
                  <a:pt x="3973" y="1305"/>
                </a:lnTo>
                <a:lnTo>
                  <a:pt x="3972" y="1300"/>
                </a:lnTo>
                <a:lnTo>
                  <a:pt x="3972" y="1293"/>
                </a:lnTo>
                <a:lnTo>
                  <a:pt x="3971" y="1284"/>
                </a:lnTo>
                <a:lnTo>
                  <a:pt x="3972" y="1276"/>
                </a:lnTo>
                <a:lnTo>
                  <a:pt x="3972" y="1272"/>
                </a:lnTo>
                <a:lnTo>
                  <a:pt x="3973" y="1268"/>
                </a:lnTo>
                <a:lnTo>
                  <a:pt x="3973" y="1266"/>
                </a:lnTo>
                <a:lnTo>
                  <a:pt x="3974" y="1263"/>
                </a:lnTo>
                <a:lnTo>
                  <a:pt x="3974" y="1261"/>
                </a:lnTo>
                <a:lnTo>
                  <a:pt x="3975" y="1260"/>
                </a:lnTo>
                <a:lnTo>
                  <a:pt x="3975" y="1257"/>
                </a:lnTo>
                <a:lnTo>
                  <a:pt x="3977" y="1256"/>
                </a:lnTo>
                <a:lnTo>
                  <a:pt x="3977" y="1254"/>
                </a:lnTo>
                <a:lnTo>
                  <a:pt x="3978" y="1251"/>
                </a:lnTo>
                <a:lnTo>
                  <a:pt x="3980" y="1247"/>
                </a:lnTo>
                <a:lnTo>
                  <a:pt x="3981" y="1245"/>
                </a:lnTo>
                <a:lnTo>
                  <a:pt x="3983" y="1241"/>
                </a:lnTo>
                <a:lnTo>
                  <a:pt x="3984" y="1240"/>
                </a:lnTo>
                <a:lnTo>
                  <a:pt x="3985" y="1238"/>
                </a:lnTo>
                <a:lnTo>
                  <a:pt x="3986" y="1236"/>
                </a:lnTo>
                <a:lnTo>
                  <a:pt x="3988" y="1234"/>
                </a:lnTo>
                <a:lnTo>
                  <a:pt x="3989" y="1233"/>
                </a:lnTo>
                <a:lnTo>
                  <a:pt x="3992" y="1230"/>
                </a:lnTo>
                <a:lnTo>
                  <a:pt x="3995" y="1227"/>
                </a:lnTo>
                <a:lnTo>
                  <a:pt x="4000" y="1221"/>
                </a:lnTo>
                <a:lnTo>
                  <a:pt x="4003" y="1218"/>
                </a:lnTo>
                <a:lnTo>
                  <a:pt x="4004" y="1217"/>
                </a:lnTo>
                <a:lnTo>
                  <a:pt x="4007" y="1216"/>
                </a:lnTo>
                <a:lnTo>
                  <a:pt x="4009" y="1215"/>
                </a:lnTo>
                <a:lnTo>
                  <a:pt x="4010" y="1213"/>
                </a:lnTo>
                <a:lnTo>
                  <a:pt x="4013" y="1212"/>
                </a:lnTo>
                <a:lnTo>
                  <a:pt x="4014" y="1211"/>
                </a:lnTo>
                <a:lnTo>
                  <a:pt x="4017" y="1210"/>
                </a:lnTo>
                <a:lnTo>
                  <a:pt x="4019" y="1208"/>
                </a:lnTo>
                <a:lnTo>
                  <a:pt x="4021" y="1207"/>
                </a:lnTo>
                <a:lnTo>
                  <a:pt x="4024" y="1206"/>
                </a:lnTo>
                <a:lnTo>
                  <a:pt x="4029" y="1204"/>
                </a:lnTo>
                <a:lnTo>
                  <a:pt x="4030" y="1204"/>
                </a:lnTo>
                <a:lnTo>
                  <a:pt x="4032" y="1202"/>
                </a:lnTo>
                <a:lnTo>
                  <a:pt x="4036" y="1201"/>
                </a:lnTo>
                <a:lnTo>
                  <a:pt x="4038" y="1200"/>
                </a:lnTo>
                <a:lnTo>
                  <a:pt x="4041" y="1199"/>
                </a:lnTo>
                <a:lnTo>
                  <a:pt x="4042" y="1199"/>
                </a:lnTo>
                <a:lnTo>
                  <a:pt x="4043" y="1197"/>
                </a:lnTo>
                <a:lnTo>
                  <a:pt x="4048" y="1196"/>
                </a:lnTo>
                <a:lnTo>
                  <a:pt x="4071" y="1191"/>
                </a:lnTo>
                <a:lnTo>
                  <a:pt x="4078" y="1190"/>
                </a:lnTo>
                <a:lnTo>
                  <a:pt x="4081" y="1190"/>
                </a:lnTo>
                <a:lnTo>
                  <a:pt x="4084" y="1190"/>
                </a:lnTo>
                <a:lnTo>
                  <a:pt x="4088" y="1189"/>
                </a:lnTo>
                <a:lnTo>
                  <a:pt x="4091" y="1189"/>
                </a:lnTo>
                <a:lnTo>
                  <a:pt x="4095" y="1188"/>
                </a:lnTo>
                <a:lnTo>
                  <a:pt x="4102" y="1186"/>
                </a:lnTo>
                <a:lnTo>
                  <a:pt x="4110" y="1185"/>
                </a:lnTo>
                <a:lnTo>
                  <a:pt x="4110" y="1174"/>
                </a:lnTo>
                <a:lnTo>
                  <a:pt x="4110" y="1163"/>
                </a:lnTo>
                <a:lnTo>
                  <a:pt x="4108" y="1155"/>
                </a:lnTo>
                <a:lnTo>
                  <a:pt x="4107" y="1150"/>
                </a:lnTo>
                <a:lnTo>
                  <a:pt x="4107" y="1145"/>
                </a:lnTo>
                <a:lnTo>
                  <a:pt x="4105" y="1138"/>
                </a:lnTo>
                <a:lnTo>
                  <a:pt x="4101" y="1130"/>
                </a:lnTo>
                <a:lnTo>
                  <a:pt x="4099" y="1127"/>
                </a:lnTo>
                <a:lnTo>
                  <a:pt x="4096" y="1124"/>
                </a:lnTo>
                <a:lnTo>
                  <a:pt x="4090" y="1118"/>
                </a:lnTo>
                <a:lnTo>
                  <a:pt x="4089" y="1117"/>
                </a:lnTo>
                <a:lnTo>
                  <a:pt x="4087" y="1116"/>
                </a:lnTo>
                <a:lnTo>
                  <a:pt x="4085" y="1114"/>
                </a:lnTo>
                <a:lnTo>
                  <a:pt x="4079" y="1112"/>
                </a:lnTo>
                <a:lnTo>
                  <a:pt x="4076" y="1111"/>
                </a:lnTo>
                <a:lnTo>
                  <a:pt x="4073" y="1110"/>
                </a:lnTo>
                <a:lnTo>
                  <a:pt x="4072" y="1110"/>
                </a:lnTo>
                <a:lnTo>
                  <a:pt x="4065" y="1108"/>
                </a:lnTo>
                <a:lnTo>
                  <a:pt x="4062" y="1107"/>
                </a:lnTo>
                <a:lnTo>
                  <a:pt x="4058" y="1107"/>
                </a:lnTo>
                <a:lnTo>
                  <a:pt x="4049" y="1107"/>
                </a:lnTo>
                <a:lnTo>
                  <a:pt x="4042" y="1110"/>
                </a:lnTo>
                <a:lnTo>
                  <a:pt x="4036" y="1111"/>
                </a:lnTo>
                <a:lnTo>
                  <a:pt x="4035" y="1112"/>
                </a:lnTo>
                <a:lnTo>
                  <a:pt x="4032" y="1113"/>
                </a:lnTo>
                <a:lnTo>
                  <a:pt x="4030" y="1117"/>
                </a:lnTo>
                <a:lnTo>
                  <a:pt x="4029" y="1118"/>
                </a:lnTo>
                <a:lnTo>
                  <a:pt x="4027" y="1119"/>
                </a:lnTo>
                <a:lnTo>
                  <a:pt x="4027" y="1122"/>
                </a:lnTo>
                <a:lnTo>
                  <a:pt x="4026" y="1124"/>
                </a:lnTo>
                <a:lnTo>
                  <a:pt x="4025" y="1127"/>
                </a:lnTo>
                <a:lnTo>
                  <a:pt x="4023" y="1130"/>
                </a:lnTo>
                <a:lnTo>
                  <a:pt x="4023" y="1132"/>
                </a:lnTo>
                <a:lnTo>
                  <a:pt x="4020" y="1135"/>
                </a:lnTo>
                <a:lnTo>
                  <a:pt x="4020" y="1138"/>
                </a:lnTo>
                <a:lnTo>
                  <a:pt x="4018" y="1141"/>
                </a:lnTo>
                <a:lnTo>
                  <a:pt x="4018" y="1143"/>
                </a:lnTo>
                <a:lnTo>
                  <a:pt x="4017" y="1145"/>
                </a:lnTo>
                <a:lnTo>
                  <a:pt x="4015" y="1147"/>
                </a:lnTo>
                <a:lnTo>
                  <a:pt x="4014" y="1150"/>
                </a:lnTo>
                <a:lnTo>
                  <a:pt x="4013" y="1153"/>
                </a:lnTo>
                <a:lnTo>
                  <a:pt x="4012" y="1156"/>
                </a:lnTo>
                <a:lnTo>
                  <a:pt x="4010" y="1158"/>
                </a:lnTo>
                <a:lnTo>
                  <a:pt x="4006" y="1162"/>
                </a:lnTo>
                <a:lnTo>
                  <a:pt x="4003" y="1162"/>
                </a:lnTo>
                <a:lnTo>
                  <a:pt x="4000" y="1163"/>
                </a:lnTo>
                <a:lnTo>
                  <a:pt x="3997" y="1164"/>
                </a:lnTo>
                <a:lnTo>
                  <a:pt x="3994" y="1164"/>
                </a:lnTo>
                <a:lnTo>
                  <a:pt x="3991" y="1163"/>
                </a:lnTo>
                <a:lnTo>
                  <a:pt x="3989" y="1161"/>
                </a:lnTo>
                <a:lnTo>
                  <a:pt x="3988" y="1160"/>
                </a:lnTo>
                <a:lnTo>
                  <a:pt x="3986" y="1157"/>
                </a:lnTo>
                <a:lnTo>
                  <a:pt x="3985" y="1153"/>
                </a:lnTo>
                <a:lnTo>
                  <a:pt x="3985" y="1151"/>
                </a:lnTo>
                <a:lnTo>
                  <a:pt x="3985" y="1144"/>
                </a:lnTo>
                <a:lnTo>
                  <a:pt x="3985" y="1140"/>
                </a:lnTo>
                <a:lnTo>
                  <a:pt x="3989" y="1127"/>
                </a:lnTo>
                <a:lnTo>
                  <a:pt x="3990" y="1119"/>
                </a:lnTo>
                <a:lnTo>
                  <a:pt x="3992" y="1113"/>
                </a:lnTo>
                <a:lnTo>
                  <a:pt x="3992" y="1107"/>
                </a:lnTo>
                <a:lnTo>
                  <a:pt x="3994" y="1102"/>
                </a:lnTo>
                <a:lnTo>
                  <a:pt x="3995" y="1100"/>
                </a:lnTo>
                <a:lnTo>
                  <a:pt x="3995" y="1097"/>
                </a:lnTo>
                <a:lnTo>
                  <a:pt x="3996" y="1094"/>
                </a:lnTo>
                <a:lnTo>
                  <a:pt x="3998" y="1084"/>
                </a:lnTo>
                <a:lnTo>
                  <a:pt x="4009" y="1080"/>
                </a:lnTo>
                <a:lnTo>
                  <a:pt x="4012" y="1080"/>
                </a:lnTo>
                <a:lnTo>
                  <a:pt x="4013" y="1079"/>
                </a:lnTo>
                <a:lnTo>
                  <a:pt x="4014" y="1079"/>
                </a:lnTo>
                <a:lnTo>
                  <a:pt x="4017" y="1078"/>
                </a:lnTo>
                <a:lnTo>
                  <a:pt x="4019" y="1078"/>
                </a:lnTo>
                <a:lnTo>
                  <a:pt x="4021" y="1077"/>
                </a:lnTo>
                <a:lnTo>
                  <a:pt x="4024" y="1077"/>
                </a:lnTo>
                <a:lnTo>
                  <a:pt x="4026" y="1075"/>
                </a:lnTo>
                <a:lnTo>
                  <a:pt x="4043" y="1073"/>
                </a:lnTo>
                <a:lnTo>
                  <a:pt x="4052" y="1073"/>
                </a:lnTo>
                <a:lnTo>
                  <a:pt x="4068" y="1073"/>
                </a:lnTo>
                <a:lnTo>
                  <a:pt x="4079" y="1074"/>
                </a:lnTo>
                <a:lnTo>
                  <a:pt x="4096" y="1079"/>
                </a:lnTo>
                <a:lnTo>
                  <a:pt x="4099" y="1080"/>
                </a:lnTo>
                <a:lnTo>
                  <a:pt x="4100" y="1081"/>
                </a:lnTo>
                <a:lnTo>
                  <a:pt x="4104" y="1083"/>
                </a:lnTo>
                <a:lnTo>
                  <a:pt x="4106" y="1084"/>
                </a:lnTo>
                <a:lnTo>
                  <a:pt x="4108" y="1086"/>
                </a:lnTo>
                <a:lnTo>
                  <a:pt x="4111" y="1088"/>
                </a:lnTo>
                <a:lnTo>
                  <a:pt x="4112" y="1088"/>
                </a:lnTo>
                <a:lnTo>
                  <a:pt x="4114" y="1089"/>
                </a:lnTo>
                <a:lnTo>
                  <a:pt x="4116" y="1090"/>
                </a:lnTo>
                <a:lnTo>
                  <a:pt x="4117" y="1092"/>
                </a:lnTo>
                <a:lnTo>
                  <a:pt x="4120" y="1095"/>
                </a:lnTo>
                <a:lnTo>
                  <a:pt x="4123" y="1097"/>
                </a:lnTo>
                <a:lnTo>
                  <a:pt x="4128" y="1102"/>
                </a:lnTo>
                <a:lnTo>
                  <a:pt x="4131" y="1106"/>
                </a:lnTo>
                <a:lnTo>
                  <a:pt x="4133" y="1108"/>
                </a:lnTo>
                <a:lnTo>
                  <a:pt x="4134" y="1110"/>
                </a:lnTo>
                <a:lnTo>
                  <a:pt x="4135" y="1112"/>
                </a:lnTo>
                <a:lnTo>
                  <a:pt x="4136" y="1113"/>
                </a:lnTo>
                <a:lnTo>
                  <a:pt x="4137" y="1116"/>
                </a:lnTo>
                <a:lnTo>
                  <a:pt x="4140" y="1119"/>
                </a:lnTo>
                <a:lnTo>
                  <a:pt x="4141" y="1123"/>
                </a:lnTo>
                <a:lnTo>
                  <a:pt x="4142" y="1125"/>
                </a:lnTo>
                <a:lnTo>
                  <a:pt x="4143" y="1128"/>
                </a:lnTo>
                <a:lnTo>
                  <a:pt x="4145" y="1133"/>
                </a:lnTo>
                <a:lnTo>
                  <a:pt x="4145" y="1135"/>
                </a:lnTo>
                <a:lnTo>
                  <a:pt x="4146" y="1136"/>
                </a:lnTo>
                <a:lnTo>
                  <a:pt x="4146" y="1139"/>
                </a:lnTo>
                <a:lnTo>
                  <a:pt x="4147" y="1141"/>
                </a:lnTo>
                <a:lnTo>
                  <a:pt x="4148" y="1152"/>
                </a:lnTo>
                <a:lnTo>
                  <a:pt x="4149" y="1161"/>
                </a:lnTo>
                <a:lnTo>
                  <a:pt x="4149" y="1191"/>
                </a:lnTo>
                <a:lnTo>
                  <a:pt x="4149" y="1279"/>
                </a:lnTo>
                <a:lnTo>
                  <a:pt x="4149" y="1304"/>
                </a:lnTo>
                <a:lnTo>
                  <a:pt x="4149" y="1316"/>
                </a:lnTo>
                <a:lnTo>
                  <a:pt x="4151" y="1327"/>
                </a:lnTo>
                <a:lnTo>
                  <a:pt x="4153" y="1329"/>
                </a:lnTo>
                <a:lnTo>
                  <a:pt x="4157" y="1332"/>
                </a:lnTo>
                <a:lnTo>
                  <a:pt x="4164" y="1333"/>
                </a:lnTo>
                <a:lnTo>
                  <a:pt x="4165" y="1334"/>
                </a:lnTo>
                <a:lnTo>
                  <a:pt x="4168" y="1334"/>
                </a:lnTo>
                <a:lnTo>
                  <a:pt x="4169" y="1335"/>
                </a:lnTo>
                <a:lnTo>
                  <a:pt x="4171" y="1335"/>
                </a:lnTo>
                <a:lnTo>
                  <a:pt x="4172" y="1337"/>
                </a:lnTo>
                <a:lnTo>
                  <a:pt x="4178" y="1338"/>
                </a:lnTo>
                <a:lnTo>
                  <a:pt x="4185" y="1340"/>
                </a:lnTo>
                <a:lnTo>
                  <a:pt x="4187" y="1341"/>
                </a:lnTo>
                <a:lnTo>
                  <a:pt x="4188" y="1343"/>
                </a:lnTo>
                <a:lnTo>
                  <a:pt x="4189" y="1345"/>
                </a:lnTo>
                <a:lnTo>
                  <a:pt x="4191" y="1346"/>
                </a:lnTo>
                <a:lnTo>
                  <a:pt x="4191" y="1349"/>
                </a:lnTo>
                <a:lnTo>
                  <a:pt x="4191" y="1354"/>
                </a:lnTo>
                <a:lnTo>
                  <a:pt x="4189" y="1359"/>
                </a:lnTo>
                <a:lnTo>
                  <a:pt x="4188" y="1360"/>
                </a:lnTo>
                <a:lnTo>
                  <a:pt x="4188" y="1361"/>
                </a:lnTo>
                <a:lnTo>
                  <a:pt x="4186" y="1362"/>
                </a:lnTo>
                <a:lnTo>
                  <a:pt x="4185" y="1362"/>
                </a:lnTo>
                <a:lnTo>
                  <a:pt x="4183" y="1363"/>
                </a:lnTo>
                <a:lnTo>
                  <a:pt x="4165" y="1365"/>
                </a:lnTo>
                <a:lnTo>
                  <a:pt x="4147" y="1365"/>
                </a:lnTo>
                <a:lnTo>
                  <a:pt x="4110" y="1365"/>
                </a:lnTo>
                <a:close/>
                <a:moveTo>
                  <a:pt x="3486" y="1365"/>
                </a:moveTo>
                <a:lnTo>
                  <a:pt x="3486" y="1333"/>
                </a:lnTo>
                <a:lnTo>
                  <a:pt x="3481" y="1338"/>
                </a:lnTo>
                <a:lnTo>
                  <a:pt x="3479" y="1340"/>
                </a:lnTo>
                <a:lnTo>
                  <a:pt x="3474" y="1346"/>
                </a:lnTo>
                <a:lnTo>
                  <a:pt x="3473" y="1349"/>
                </a:lnTo>
                <a:lnTo>
                  <a:pt x="3469" y="1351"/>
                </a:lnTo>
                <a:lnTo>
                  <a:pt x="3467" y="1352"/>
                </a:lnTo>
                <a:lnTo>
                  <a:pt x="3464" y="1355"/>
                </a:lnTo>
                <a:lnTo>
                  <a:pt x="3463" y="1356"/>
                </a:lnTo>
                <a:lnTo>
                  <a:pt x="3461" y="1356"/>
                </a:lnTo>
                <a:lnTo>
                  <a:pt x="3457" y="1359"/>
                </a:lnTo>
                <a:lnTo>
                  <a:pt x="3452" y="1361"/>
                </a:lnTo>
                <a:lnTo>
                  <a:pt x="3451" y="1361"/>
                </a:lnTo>
                <a:lnTo>
                  <a:pt x="3448" y="1362"/>
                </a:lnTo>
                <a:lnTo>
                  <a:pt x="3442" y="1365"/>
                </a:lnTo>
                <a:lnTo>
                  <a:pt x="3441" y="1365"/>
                </a:lnTo>
                <a:lnTo>
                  <a:pt x="3439" y="1366"/>
                </a:lnTo>
                <a:lnTo>
                  <a:pt x="3436" y="1366"/>
                </a:lnTo>
                <a:lnTo>
                  <a:pt x="3433" y="1366"/>
                </a:lnTo>
                <a:lnTo>
                  <a:pt x="3429" y="1367"/>
                </a:lnTo>
                <a:lnTo>
                  <a:pt x="3424" y="1367"/>
                </a:lnTo>
                <a:lnTo>
                  <a:pt x="3421" y="1368"/>
                </a:lnTo>
                <a:lnTo>
                  <a:pt x="3417" y="1368"/>
                </a:lnTo>
                <a:lnTo>
                  <a:pt x="3409" y="1368"/>
                </a:lnTo>
                <a:lnTo>
                  <a:pt x="3400" y="1367"/>
                </a:lnTo>
                <a:lnTo>
                  <a:pt x="3393" y="1366"/>
                </a:lnTo>
                <a:lnTo>
                  <a:pt x="3386" y="1365"/>
                </a:lnTo>
                <a:lnTo>
                  <a:pt x="3381" y="1362"/>
                </a:lnTo>
                <a:lnTo>
                  <a:pt x="3377" y="1361"/>
                </a:lnTo>
                <a:lnTo>
                  <a:pt x="3375" y="1360"/>
                </a:lnTo>
                <a:lnTo>
                  <a:pt x="3371" y="1357"/>
                </a:lnTo>
                <a:lnTo>
                  <a:pt x="3370" y="1356"/>
                </a:lnTo>
                <a:lnTo>
                  <a:pt x="3367" y="1355"/>
                </a:lnTo>
                <a:lnTo>
                  <a:pt x="3366" y="1354"/>
                </a:lnTo>
                <a:lnTo>
                  <a:pt x="3364" y="1352"/>
                </a:lnTo>
                <a:lnTo>
                  <a:pt x="3361" y="1350"/>
                </a:lnTo>
                <a:lnTo>
                  <a:pt x="3358" y="1346"/>
                </a:lnTo>
                <a:lnTo>
                  <a:pt x="3354" y="1343"/>
                </a:lnTo>
                <a:lnTo>
                  <a:pt x="3347" y="1334"/>
                </a:lnTo>
                <a:lnTo>
                  <a:pt x="3342" y="1326"/>
                </a:lnTo>
                <a:lnTo>
                  <a:pt x="3337" y="1315"/>
                </a:lnTo>
                <a:lnTo>
                  <a:pt x="3336" y="1311"/>
                </a:lnTo>
                <a:lnTo>
                  <a:pt x="3335" y="1306"/>
                </a:lnTo>
                <a:lnTo>
                  <a:pt x="3334" y="1299"/>
                </a:lnTo>
                <a:lnTo>
                  <a:pt x="3332" y="1293"/>
                </a:lnTo>
                <a:lnTo>
                  <a:pt x="3331" y="1285"/>
                </a:lnTo>
                <a:lnTo>
                  <a:pt x="3331" y="1271"/>
                </a:lnTo>
                <a:lnTo>
                  <a:pt x="3331" y="1256"/>
                </a:lnTo>
                <a:lnTo>
                  <a:pt x="3331" y="1167"/>
                </a:lnTo>
                <a:lnTo>
                  <a:pt x="3331" y="1139"/>
                </a:lnTo>
                <a:lnTo>
                  <a:pt x="3331" y="1130"/>
                </a:lnTo>
                <a:lnTo>
                  <a:pt x="3331" y="1122"/>
                </a:lnTo>
                <a:lnTo>
                  <a:pt x="3326" y="1122"/>
                </a:lnTo>
                <a:lnTo>
                  <a:pt x="3322" y="1122"/>
                </a:lnTo>
                <a:lnTo>
                  <a:pt x="3312" y="1122"/>
                </a:lnTo>
                <a:lnTo>
                  <a:pt x="3302" y="1122"/>
                </a:lnTo>
                <a:lnTo>
                  <a:pt x="3294" y="1121"/>
                </a:lnTo>
                <a:lnTo>
                  <a:pt x="3291" y="1118"/>
                </a:lnTo>
                <a:lnTo>
                  <a:pt x="3291" y="1117"/>
                </a:lnTo>
                <a:lnTo>
                  <a:pt x="3290" y="1116"/>
                </a:lnTo>
                <a:lnTo>
                  <a:pt x="3290" y="1112"/>
                </a:lnTo>
                <a:lnTo>
                  <a:pt x="3290" y="1108"/>
                </a:lnTo>
                <a:lnTo>
                  <a:pt x="3290" y="1106"/>
                </a:lnTo>
                <a:lnTo>
                  <a:pt x="3291" y="1106"/>
                </a:lnTo>
                <a:lnTo>
                  <a:pt x="3293" y="1103"/>
                </a:lnTo>
                <a:lnTo>
                  <a:pt x="3295" y="1102"/>
                </a:lnTo>
                <a:lnTo>
                  <a:pt x="3297" y="1102"/>
                </a:lnTo>
                <a:lnTo>
                  <a:pt x="3300" y="1100"/>
                </a:lnTo>
                <a:lnTo>
                  <a:pt x="3302" y="1099"/>
                </a:lnTo>
                <a:lnTo>
                  <a:pt x="3305" y="1097"/>
                </a:lnTo>
                <a:lnTo>
                  <a:pt x="3307" y="1096"/>
                </a:lnTo>
                <a:lnTo>
                  <a:pt x="3309" y="1095"/>
                </a:lnTo>
                <a:lnTo>
                  <a:pt x="3312" y="1094"/>
                </a:lnTo>
                <a:lnTo>
                  <a:pt x="3314" y="1092"/>
                </a:lnTo>
                <a:lnTo>
                  <a:pt x="3317" y="1091"/>
                </a:lnTo>
                <a:lnTo>
                  <a:pt x="3319" y="1090"/>
                </a:lnTo>
                <a:lnTo>
                  <a:pt x="3323" y="1088"/>
                </a:lnTo>
                <a:lnTo>
                  <a:pt x="3325" y="1088"/>
                </a:lnTo>
                <a:lnTo>
                  <a:pt x="3328" y="1086"/>
                </a:lnTo>
                <a:lnTo>
                  <a:pt x="3330" y="1085"/>
                </a:lnTo>
                <a:lnTo>
                  <a:pt x="3332" y="1084"/>
                </a:lnTo>
                <a:lnTo>
                  <a:pt x="3335" y="1083"/>
                </a:lnTo>
                <a:lnTo>
                  <a:pt x="3337" y="1081"/>
                </a:lnTo>
                <a:lnTo>
                  <a:pt x="3340" y="1080"/>
                </a:lnTo>
                <a:lnTo>
                  <a:pt x="3342" y="1079"/>
                </a:lnTo>
                <a:lnTo>
                  <a:pt x="3343" y="1078"/>
                </a:lnTo>
                <a:lnTo>
                  <a:pt x="3346" y="1077"/>
                </a:lnTo>
                <a:lnTo>
                  <a:pt x="3348" y="1075"/>
                </a:lnTo>
                <a:lnTo>
                  <a:pt x="3351" y="1074"/>
                </a:lnTo>
                <a:lnTo>
                  <a:pt x="3355" y="1073"/>
                </a:lnTo>
                <a:lnTo>
                  <a:pt x="3365" y="1072"/>
                </a:lnTo>
                <a:lnTo>
                  <a:pt x="3367" y="1073"/>
                </a:lnTo>
                <a:lnTo>
                  <a:pt x="3371" y="1078"/>
                </a:lnTo>
                <a:lnTo>
                  <a:pt x="3371" y="1081"/>
                </a:lnTo>
                <a:lnTo>
                  <a:pt x="3371" y="1086"/>
                </a:lnTo>
                <a:lnTo>
                  <a:pt x="3371" y="1095"/>
                </a:lnTo>
                <a:lnTo>
                  <a:pt x="3371" y="1133"/>
                </a:lnTo>
                <a:lnTo>
                  <a:pt x="3371" y="1239"/>
                </a:lnTo>
                <a:lnTo>
                  <a:pt x="3371" y="1274"/>
                </a:lnTo>
                <a:lnTo>
                  <a:pt x="3372" y="1291"/>
                </a:lnTo>
                <a:lnTo>
                  <a:pt x="3372" y="1294"/>
                </a:lnTo>
                <a:lnTo>
                  <a:pt x="3373" y="1296"/>
                </a:lnTo>
                <a:lnTo>
                  <a:pt x="3373" y="1298"/>
                </a:lnTo>
                <a:lnTo>
                  <a:pt x="3375" y="1300"/>
                </a:lnTo>
                <a:lnTo>
                  <a:pt x="3375" y="1301"/>
                </a:lnTo>
                <a:lnTo>
                  <a:pt x="3376" y="1305"/>
                </a:lnTo>
                <a:lnTo>
                  <a:pt x="3377" y="1307"/>
                </a:lnTo>
                <a:lnTo>
                  <a:pt x="3378" y="1308"/>
                </a:lnTo>
                <a:lnTo>
                  <a:pt x="3380" y="1311"/>
                </a:lnTo>
                <a:lnTo>
                  <a:pt x="3381" y="1312"/>
                </a:lnTo>
                <a:lnTo>
                  <a:pt x="3383" y="1315"/>
                </a:lnTo>
                <a:lnTo>
                  <a:pt x="3388" y="1319"/>
                </a:lnTo>
                <a:lnTo>
                  <a:pt x="3389" y="1321"/>
                </a:lnTo>
                <a:lnTo>
                  <a:pt x="3390" y="1322"/>
                </a:lnTo>
                <a:lnTo>
                  <a:pt x="3393" y="1323"/>
                </a:lnTo>
                <a:lnTo>
                  <a:pt x="3394" y="1324"/>
                </a:lnTo>
                <a:lnTo>
                  <a:pt x="3396" y="1326"/>
                </a:lnTo>
                <a:lnTo>
                  <a:pt x="3399" y="1327"/>
                </a:lnTo>
                <a:lnTo>
                  <a:pt x="3401" y="1328"/>
                </a:lnTo>
                <a:lnTo>
                  <a:pt x="3409" y="1330"/>
                </a:lnTo>
                <a:lnTo>
                  <a:pt x="3412" y="1332"/>
                </a:lnTo>
                <a:lnTo>
                  <a:pt x="3417" y="1332"/>
                </a:lnTo>
                <a:lnTo>
                  <a:pt x="3422" y="1332"/>
                </a:lnTo>
                <a:lnTo>
                  <a:pt x="3427" y="1332"/>
                </a:lnTo>
                <a:lnTo>
                  <a:pt x="3435" y="1330"/>
                </a:lnTo>
                <a:lnTo>
                  <a:pt x="3442" y="1328"/>
                </a:lnTo>
                <a:lnTo>
                  <a:pt x="3446" y="1327"/>
                </a:lnTo>
                <a:lnTo>
                  <a:pt x="3450" y="1326"/>
                </a:lnTo>
                <a:lnTo>
                  <a:pt x="3452" y="1324"/>
                </a:lnTo>
                <a:lnTo>
                  <a:pt x="3454" y="1323"/>
                </a:lnTo>
                <a:lnTo>
                  <a:pt x="3456" y="1322"/>
                </a:lnTo>
                <a:lnTo>
                  <a:pt x="3459" y="1321"/>
                </a:lnTo>
                <a:lnTo>
                  <a:pt x="3461" y="1319"/>
                </a:lnTo>
                <a:lnTo>
                  <a:pt x="3462" y="1317"/>
                </a:lnTo>
                <a:lnTo>
                  <a:pt x="3467" y="1313"/>
                </a:lnTo>
                <a:lnTo>
                  <a:pt x="3468" y="1312"/>
                </a:lnTo>
                <a:lnTo>
                  <a:pt x="3473" y="1307"/>
                </a:lnTo>
                <a:lnTo>
                  <a:pt x="3475" y="1305"/>
                </a:lnTo>
                <a:lnTo>
                  <a:pt x="3476" y="1304"/>
                </a:lnTo>
                <a:lnTo>
                  <a:pt x="3476" y="1301"/>
                </a:lnTo>
                <a:lnTo>
                  <a:pt x="3477" y="1298"/>
                </a:lnTo>
                <a:lnTo>
                  <a:pt x="3479" y="1296"/>
                </a:lnTo>
                <a:lnTo>
                  <a:pt x="3480" y="1293"/>
                </a:lnTo>
                <a:lnTo>
                  <a:pt x="3481" y="1291"/>
                </a:lnTo>
                <a:lnTo>
                  <a:pt x="3482" y="1289"/>
                </a:lnTo>
                <a:lnTo>
                  <a:pt x="3482" y="1288"/>
                </a:lnTo>
                <a:lnTo>
                  <a:pt x="3483" y="1285"/>
                </a:lnTo>
                <a:lnTo>
                  <a:pt x="3483" y="1283"/>
                </a:lnTo>
                <a:lnTo>
                  <a:pt x="3486" y="1277"/>
                </a:lnTo>
                <a:lnTo>
                  <a:pt x="3486" y="1269"/>
                </a:lnTo>
                <a:lnTo>
                  <a:pt x="3486" y="1252"/>
                </a:lnTo>
                <a:lnTo>
                  <a:pt x="3486" y="1196"/>
                </a:lnTo>
                <a:lnTo>
                  <a:pt x="3486" y="1146"/>
                </a:lnTo>
                <a:lnTo>
                  <a:pt x="3486" y="1134"/>
                </a:lnTo>
                <a:lnTo>
                  <a:pt x="3486" y="1127"/>
                </a:lnTo>
                <a:lnTo>
                  <a:pt x="3485" y="1122"/>
                </a:lnTo>
                <a:lnTo>
                  <a:pt x="3482" y="1122"/>
                </a:lnTo>
                <a:lnTo>
                  <a:pt x="3480" y="1122"/>
                </a:lnTo>
                <a:lnTo>
                  <a:pt x="3474" y="1122"/>
                </a:lnTo>
                <a:lnTo>
                  <a:pt x="3451" y="1122"/>
                </a:lnTo>
                <a:lnTo>
                  <a:pt x="3448" y="1121"/>
                </a:lnTo>
                <a:lnTo>
                  <a:pt x="3447" y="1118"/>
                </a:lnTo>
                <a:lnTo>
                  <a:pt x="3446" y="1116"/>
                </a:lnTo>
                <a:lnTo>
                  <a:pt x="3445" y="1113"/>
                </a:lnTo>
                <a:lnTo>
                  <a:pt x="3445" y="1110"/>
                </a:lnTo>
                <a:lnTo>
                  <a:pt x="3445" y="1107"/>
                </a:lnTo>
                <a:lnTo>
                  <a:pt x="3446" y="1106"/>
                </a:lnTo>
                <a:lnTo>
                  <a:pt x="3447" y="1105"/>
                </a:lnTo>
                <a:lnTo>
                  <a:pt x="3451" y="1102"/>
                </a:lnTo>
                <a:lnTo>
                  <a:pt x="3452" y="1101"/>
                </a:lnTo>
                <a:lnTo>
                  <a:pt x="3454" y="1100"/>
                </a:lnTo>
                <a:lnTo>
                  <a:pt x="3457" y="1099"/>
                </a:lnTo>
                <a:lnTo>
                  <a:pt x="3459" y="1097"/>
                </a:lnTo>
                <a:lnTo>
                  <a:pt x="3464" y="1095"/>
                </a:lnTo>
                <a:lnTo>
                  <a:pt x="3468" y="1094"/>
                </a:lnTo>
                <a:lnTo>
                  <a:pt x="3470" y="1092"/>
                </a:lnTo>
                <a:lnTo>
                  <a:pt x="3473" y="1091"/>
                </a:lnTo>
                <a:lnTo>
                  <a:pt x="3475" y="1090"/>
                </a:lnTo>
                <a:lnTo>
                  <a:pt x="3477" y="1089"/>
                </a:lnTo>
                <a:lnTo>
                  <a:pt x="3479" y="1088"/>
                </a:lnTo>
                <a:lnTo>
                  <a:pt x="3481" y="1086"/>
                </a:lnTo>
                <a:lnTo>
                  <a:pt x="3483" y="1085"/>
                </a:lnTo>
                <a:lnTo>
                  <a:pt x="3486" y="1084"/>
                </a:lnTo>
                <a:lnTo>
                  <a:pt x="3488" y="1083"/>
                </a:lnTo>
                <a:lnTo>
                  <a:pt x="3491" y="1081"/>
                </a:lnTo>
                <a:lnTo>
                  <a:pt x="3492" y="1080"/>
                </a:lnTo>
                <a:lnTo>
                  <a:pt x="3496" y="1079"/>
                </a:lnTo>
                <a:lnTo>
                  <a:pt x="3498" y="1078"/>
                </a:lnTo>
                <a:lnTo>
                  <a:pt x="3500" y="1077"/>
                </a:lnTo>
                <a:lnTo>
                  <a:pt x="3504" y="1074"/>
                </a:lnTo>
                <a:lnTo>
                  <a:pt x="3506" y="1073"/>
                </a:lnTo>
                <a:lnTo>
                  <a:pt x="3510" y="1073"/>
                </a:lnTo>
                <a:lnTo>
                  <a:pt x="3515" y="1072"/>
                </a:lnTo>
                <a:lnTo>
                  <a:pt x="3517" y="1072"/>
                </a:lnTo>
                <a:lnTo>
                  <a:pt x="3520" y="1072"/>
                </a:lnTo>
                <a:lnTo>
                  <a:pt x="3523" y="1074"/>
                </a:lnTo>
                <a:lnTo>
                  <a:pt x="3525" y="1075"/>
                </a:lnTo>
                <a:lnTo>
                  <a:pt x="3525" y="1077"/>
                </a:lnTo>
                <a:lnTo>
                  <a:pt x="3526" y="1080"/>
                </a:lnTo>
                <a:lnTo>
                  <a:pt x="3527" y="1086"/>
                </a:lnTo>
                <a:lnTo>
                  <a:pt x="3526" y="1097"/>
                </a:lnTo>
                <a:lnTo>
                  <a:pt x="3526" y="1144"/>
                </a:lnTo>
                <a:lnTo>
                  <a:pt x="3526" y="1263"/>
                </a:lnTo>
                <a:lnTo>
                  <a:pt x="3526" y="1301"/>
                </a:lnTo>
                <a:lnTo>
                  <a:pt x="3526" y="1323"/>
                </a:lnTo>
                <a:lnTo>
                  <a:pt x="3527" y="1327"/>
                </a:lnTo>
                <a:lnTo>
                  <a:pt x="3531" y="1329"/>
                </a:lnTo>
                <a:lnTo>
                  <a:pt x="3533" y="1330"/>
                </a:lnTo>
                <a:lnTo>
                  <a:pt x="3538" y="1332"/>
                </a:lnTo>
                <a:lnTo>
                  <a:pt x="3545" y="1334"/>
                </a:lnTo>
                <a:lnTo>
                  <a:pt x="3548" y="1335"/>
                </a:lnTo>
                <a:lnTo>
                  <a:pt x="3549" y="1335"/>
                </a:lnTo>
                <a:lnTo>
                  <a:pt x="3550" y="1337"/>
                </a:lnTo>
                <a:lnTo>
                  <a:pt x="3552" y="1337"/>
                </a:lnTo>
                <a:lnTo>
                  <a:pt x="3554" y="1337"/>
                </a:lnTo>
                <a:lnTo>
                  <a:pt x="3556" y="1338"/>
                </a:lnTo>
                <a:lnTo>
                  <a:pt x="3557" y="1338"/>
                </a:lnTo>
                <a:lnTo>
                  <a:pt x="3562" y="1340"/>
                </a:lnTo>
                <a:lnTo>
                  <a:pt x="3564" y="1343"/>
                </a:lnTo>
                <a:lnTo>
                  <a:pt x="3566" y="1344"/>
                </a:lnTo>
                <a:lnTo>
                  <a:pt x="3567" y="1349"/>
                </a:lnTo>
                <a:lnTo>
                  <a:pt x="3568" y="1352"/>
                </a:lnTo>
                <a:lnTo>
                  <a:pt x="3567" y="1355"/>
                </a:lnTo>
                <a:lnTo>
                  <a:pt x="3567" y="1356"/>
                </a:lnTo>
                <a:lnTo>
                  <a:pt x="3566" y="1359"/>
                </a:lnTo>
                <a:lnTo>
                  <a:pt x="3563" y="1361"/>
                </a:lnTo>
                <a:lnTo>
                  <a:pt x="3562" y="1362"/>
                </a:lnTo>
                <a:lnTo>
                  <a:pt x="3560" y="1362"/>
                </a:lnTo>
                <a:lnTo>
                  <a:pt x="3558" y="1363"/>
                </a:lnTo>
                <a:lnTo>
                  <a:pt x="3554" y="1365"/>
                </a:lnTo>
                <a:lnTo>
                  <a:pt x="3548" y="1365"/>
                </a:lnTo>
                <a:lnTo>
                  <a:pt x="3535" y="1365"/>
                </a:lnTo>
                <a:lnTo>
                  <a:pt x="3486" y="1365"/>
                </a:lnTo>
                <a:close/>
                <a:moveTo>
                  <a:pt x="3228" y="1084"/>
                </a:moveTo>
                <a:lnTo>
                  <a:pt x="3231" y="1118"/>
                </a:lnTo>
                <a:lnTo>
                  <a:pt x="3231" y="1124"/>
                </a:lnTo>
                <a:lnTo>
                  <a:pt x="3232" y="1130"/>
                </a:lnTo>
                <a:lnTo>
                  <a:pt x="3233" y="1140"/>
                </a:lnTo>
                <a:lnTo>
                  <a:pt x="3232" y="1143"/>
                </a:lnTo>
                <a:lnTo>
                  <a:pt x="3232" y="1144"/>
                </a:lnTo>
                <a:lnTo>
                  <a:pt x="3231" y="1146"/>
                </a:lnTo>
                <a:lnTo>
                  <a:pt x="3228" y="1149"/>
                </a:lnTo>
                <a:lnTo>
                  <a:pt x="3226" y="1150"/>
                </a:lnTo>
                <a:lnTo>
                  <a:pt x="3221" y="1151"/>
                </a:lnTo>
                <a:lnTo>
                  <a:pt x="3220" y="1152"/>
                </a:lnTo>
                <a:lnTo>
                  <a:pt x="3218" y="1152"/>
                </a:lnTo>
                <a:lnTo>
                  <a:pt x="3214" y="1151"/>
                </a:lnTo>
                <a:lnTo>
                  <a:pt x="3210" y="1150"/>
                </a:lnTo>
                <a:lnTo>
                  <a:pt x="3208" y="1149"/>
                </a:lnTo>
                <a:lnTo>
                  <a:pt x="3207" y="1147"/>
                </a:lnTo>
                <a:lnTo>
                  <a:pt x="3204" y="1145"/>
                </a:lnTo>
                <a:lnTo>
                  <a:pt x="3203" y="1144"/>
                </a:lnTo>
                <a:lnTo>
                  <a:pt x="3202" y="1141"/>
                </a:lnTo>
                <a:lnTo>
                  <a:pt x="3199" y="1134"/>
                </a:lnTo>
                <a:lnTo>
                  <a:pt x="3198" y="1130"/>
                </a:lnTo>
                <a:lnTo>
                  <a:pt x="3197" y="1129"/>
                </a:lnTo>
                <a:lnTo>
                  <a:pt x="3196" y="1124"/>
                </a:lnTo>
                <a:lnTo>
                  <a:pt x="3195" y="1121"/>
                </a:lnTo>
                <a:lnTo>
                  <a:pt x="3193" y="1118"/>
                </a:lnTo>
                <a:lnTo>
                  <a:pt x="3192" y="1116"/>
                </a:lnTo>
                <a:lnTo>
                  <a:pt x="3190" y="1111"/>
                </a:lnTo>
                <a:lnTo>
                  <a:pt x="3189" y="1110"/>
                </a:lnTo>
                <a:lnTo>
                  <a:pt x="3186" y="1107"/>
                </a:lnTo>
                <a:lnTo>
                  <a:pt x="3184" y="1105"/>
                </a:lnTo>
                <a:lnTo>
                  <a:pt x="3179" y="1102"/>
                </a:lnTo>
                <a:lnTo>
                  <a:pt x="3174" y="1101"/>
                </a:lnTo>
                <a:lnTo>
                  <a:pt x="3169" y="1101"/>
                </a:lnTo>
                <a:lnTo>
                  <a:pt x="3164" y="1100"/>
                </a:lnTo>
                <a:lnTo>
                  <a:pt x="3160" y="1101"/>
                </a:lnTo>
                <a:lnTo>
                  <a:pt x="3155" y="1102"/>
                </a:lnTo>
                <a:lnTo>
                  <a:pt x="3152" y="1102"/>
                </a:lnTo>
                <a:lnTo>
                  <a:pt x="3149" y="1102"/>
                </a:lnTo>
                <a:lnTo>
                  <a:pt x="3143" y="1106"/>
                </a:lnTo>
                <a:lnTo>
                  <a:pt x="3139" y="1107"/>
                </a:lnTo>
                <a:lnTo>
                  <a:pt x="3138" y="1108"/>
                </a:lnTo>
                <a:lnTo>
                  <a:pt x="3135" y="1111"/>
                </a:lnTo>
                <a:lnTo>
                  <a:pt x="3131" y="1116"/>
                </a:lnTo>
                <a:lnTo>
                  <a:pt x="3129" y="1117"/>
                </a:lnTo>
                <a:lnTo>
                  <a:pt x="3128" y="1118"/>
                </a:lnTo>
                <a:lnTo>
                  <a:pt x="3127" y="1119"/>
                </a:lnTo>
                <a:lnTo>
                  <a:pt x="3126" y="1122"/>
                </a:lnTo>
                <a:lnTo>
                  <a:pt x="3124" y="1125"/>
                </a:lnTo>
                <a:lnTo>
                  <a:pt x="3124" y="1127"/>
                </a:lnTo>
                <a:lnTo>
                  <a:pt x="3121" y="1139"/>
                </a:lnTo>
                <a:lnTo>
                  <a:pt x="3121" y="1143"/>
                </a:lnTo>
                <a:lnTo>
                  <a:pt x="3121" y="1149"/>
                </a:lnTo>
                <a:lnTo>
                  <a:pt x="3123" y="1157"/>
                </a:lnTo>
                <a:lnTo>
                  <a:pt x="3124" y="1160"/>
                </a:lnTo>
                <a:lnTo>
                  <a:pt x="3126" y="1161"/>
                </a:lnTo>
                <a:lnTo>
                  <a:pt x="3127" y="1163"/>
                </a:lnTo>
                <a:lnTo>
                  <a:pt x="3129" y="1166"/>
                </a:lnTo>
                <a:lnTo>
                  <a:pt x="3132" y="1169"/>
                </a:lnTo>
                <a:lnTo>
                  <a:pt x="3137" y="1174"/>
                </a:lnTo>
                <a:lnTo>
                  <a:pt x="3139" y="1177"/>
                </a:lnTo>
                <a:lnTo>
                  <a:pt x="3141" y="1178"/>
                </a:lnTo>
                <a:lnTo>
                  <a:pt x="3144" y="1179"/>
                </a:lnTo>
                <a:lnTo>
                  <a:pt x="3145" y="1180"/>
                </a:lnTo>
                <a:lnTo>
                  <a:pt x="3146" y="1182"/>
                </a:lnTo>
                <a:lnTo>
                  <a:pt x="3149" y="1183"/>
                </a:lnTo>
                <a:lnTo>
                  <a:pt x="3151" y="1184"/>
                </a:lnTo>
                <a:lnTo>
                  <a:pt x="3154" y="1185"/>
                </a:lnTo>
                <a:lnTo>
                  <a:pt x="3157" y="1188"/>
                </a:lnTo>
                <a:lnTo>
                  <a:pt x="3161" y="1190"/>
                </a:lnTo>
                <a:lnTo>
                  <a:pt x="3164" y="1191"/>
                </a:lnTo>
                <a:lnTo>
                  <a:pt x="3167" y="1193"/>
                </a:lnTo>
                <a:lnTo>
                  <a:pt x="3169" y="1194"/>
                </a:lnTo>
                <a:lnTo>
                  <a:pt x="3170" y="1196"/>
                </a:lnTo>
                <a:lnTo>
                  <a:pt x="3173" y="1196"/>
                </a:lnTo>
                <a:lnTo>
                  <a:pt x="3175" y="1197"/>
                </a:lnTo>
                <a:lnTo>
                  <a:pt x="3176" y="1200"/>
                </a:lnTo>
                <a:lnTo>
                  <a:pt x="3179" y="1200"/>
                </a:lnTo>
                <a:lnTo>
                  <a:pt x="3181" y="1201"/>
                </a:lnTo>
                <a:lnTo>
                  <a:pt x="3184" y="1202"/>
                </a:lnTo>
                <a:lnTo>
                  <a:pt x="3186" y="1204"/>
                </a:lnTo>
                <a:lnTo>
                  <a:pt x="3187" y="1205"/>
                </a:lnTo>
                <a:lnTo>
                  <a:pt x="3190" y="1206"/>
                </a:lnTo>
                <a:lnTo>
                  <a:pt x="3193" y="1208"/>
                </a:lnTo>
                <a:lnTo>
                  <a:pt x="3196" y="1210"/>
                </a:lnTo>
                <a:lnTo>
                  <a:pt x="3198" y="1211"/>
                </a:lnTo>
                <a:lnTo>
                  <a:pt x="3202" y="1213"/>
                </a:lnTo>
                <a:lnTo>
                  <a:pt x="3203" y="1215"/>
                </a:lnTo>
                <a:lnTo>
                  <a:pt x="3204" y="1216"/>
                </a:lnTo>
                <a:lnTo>
                  <a:pt x="3207" y="1217"/>
                </a:lnTo>
                <a:lnTo>
                  <a:pt x="3208" y="1218"/>
                </a:lnTo>
                <a:lnTo>
                  <a:pt x="3209" y="1219"/>
                </a:lnTo>
                <a:lnTo>
                  <a:pt x="3212" y="1221"/>
                </a:lnTo>
                <a:lnTo>
                  <a:pt x="3213" y="1221"/>
                </a:lnTo>
                <a:lnTo>
                  <a:pt x="3214" y="1223"/>
                </a:lnTo>
                <a:lnTo>
                  <a:pt x="3218" y="1225"/>
                </a:lnTo>
                <a:lnTo>
                  <a:pt x="3227" y="1235"/>
                </a:lnTo>
                <a:lnTo>
                  <a:pt x="3231" y="1238"/>
                </a:lnTo>
                <a:lnTo>
                  <a:pt x="3232" y="1240"/>
                </a:lnTo>
                <a:lnTo>
                  <a:pt x="3234" y="1243"/>
                </a:lnTo>
                <a:lnTo>
                  <a:pt x="3236" y="1245"/>
                </a:lnTo>
                <a:lnTo>
                  <a:pt x="3237" y="1246"/>
                </a:lnTo>
                <a:lnTo>
                  <a:pt x="3237" y="1249"/>
                </a:lnTo>
                <a:lnTo>
                  <a:pt x="3239" y="1251"/>
                </a:lnTo>
                <a:lnTo>
                  <a:pt x="3241" y="1254"/>
                </a:lnTo>
                <a:lnTo>
                  <a:pt x="3241" y="1256"/>
                </a:lnTo>
                <a:lnTo>
                  <a:pt x="3243" y="1260"/>
                </a:lnTo>
                <a:lnTo>
                  <a:pt x="3243" y="1262"/>
                </a:lnTo>
                <a:lnTo>
                  <a:pt x="3244" y="1263"/>
                </a:lnTo>
                <a:lnTo>
                  <a:pt x="3244" y="1266"/>
                </a:lnTo>
                <a:lnTo>
                  <a:pt x="3245" y="1274"/>
                </a:lnTo>
                <a:lnTo>
                  <a:pt x="3247" y="1283"/>
                </a:lnTo>
                <a:lnTo>
                  <a:pt x="3245" y="1288"/>
                </a:lnTo>
                <a:lnTo>
                  <a:pt x="3245" y="1293"/>
                </a:lnTo>
                <a:lnTo>
                  <a:pt x="3244" y="1296"/>
                </a:lnTo>
                <a:lnTo>
                  <a:pt x="3244" y="1300"/>
                </a:lnTo>
                <a:lnTo>
                  <a:pt x="3243" y="1305"/>
                </a:lnTo>
                <a:lnTo>
                  <a:pt x="3239" y="1315"/>
                </a:lnTo>
                <a:lnTo>
                  <a:pt x="3234" y="1323"/>
                </a:lnTo>
                <a:lnTo>
                  <a:pt x="3230" y="1332"/>
                </a:lnTo>
                <a:lnTo>
                  <a:pt x="3226" y="1335"/>
                </a:lnTo>
                <a:lnTo>
                  <a:pt x="3224" y="1339"/>
                </a:lnTo>
                <a:lnTo>
                  <a:pt x="3216" y="1346"/>
                </a:lnTo>
                <a:lnTo>
                  <a:pt x="3209" y="1352"/>
                </a:lnTo>
                <a:lnTo>
                  <a:pt x="3201" y="1357"/>
                </a:lnTo>
                <a:lnTo>
                  <a:pt x="3191" y="1362"/>
                </a:lnTo>
                <a:lnTo>
                  <a:pt x="3173" y="1367"/>
                </a:lnTo>
                <a:lnTo>
                  <a:pt x="3164" y="1367"/>
                </a:lnTo>
                <a:lnTo>
                  <a:pt x="3145" y="1368"/>
                </a:lnTo>
                <a:lnTo>
                  <a:pt x="3132" y="1368"/>
                </a:lnTo>
                <a:lnTo>
                  <a:pt x="3118" y="1366"/>
                </a:lnTo>
                <a:lnTo>
                  <a:pt x="3108" y="1365"/>
                </a:lnTo>
                <a:lnTo>
                  <a:pt x="3097" y="1361"/>
                </a:lnTo>
                <a:lnTo>
                  <a:pt x="3094" y="1361"/>
                </a:lnTo>
                <a:lnTo>
                  <a:pt x="3092" y="1360"/>
                </a:lnTo>
                <a:lnTo>
                  <a:pt x="3088" y="1359"/>
                </a:lnTo>
                <a:lnTo>
                  <a:pt x="3086" y="1356"/>
                </a:lnTo>
                <a:lnTo>
                  <a:pt x="3083" y="1355"/>
                </a:lnTo>
                <a:lnTo>
                  <a:pt x="3081" y="1354"/>
                </a:lnTo>
                <a:lnTo>
                  <a:pt x="3081" y="1350"/>
                </a:lnTo>
                <a:lnTo>
                  <a:pt x="3080" y="1349"/>
                </a:lnTo>
                <a:lnTo>
                  <a:pt x="3080" y="1348"/>
                </a:lnTo>
                <a:lnTo>
                  <a:pt x="3080" y="1344"/>
                </a:lnTo>
                <a:lnTo>
                  <a:pt x="3080" y="1338"/>
                </a:lnTo>
                <a:lnTo>
                  <a:pt x="3079" y="1332"/>
                </a:lnTo>
                <a:lnTo>
                  <a:pt x="3079" y="1326"/>
                </a:lnTo>
                <a:lnTo>
                  <a:pt x="3077" y="1319"/>
                </a:lnTo>
                <a:lnTo>
                  <a:pt x="3077" y="1312"/>
                </a:lnTo>
                <a:lnTo>
                  <a:pt x="3076" y="1307"/>
                </a:lnTo>
                <a:lnTo>
                  <a:pt x="3076" y="1301"/>
                </a:lnTo>
                <a:lnTo>
                  <a:pt x="3075" y="1283"/>
                </a:lnTo>
                <a:lnTo>
                  <a:pt x="3075" y="1282"/>
                </a:lnTo>
                <a:lnTo>
                  <a:pt x="3076" y="1279"/>
                </a:lnTo>
                <a:lnTo>
                  <a:pt x="3077" y="1278"/>
                </a:lnTo>
                <a:lnTo>
                  <a:pt x="3079" y="1276"/>
                </a:lnTo>
                <a:lnTo>
                  <a:pt x="3080" y="1274"/>
                </a:lnTo>
                <a:lnTo>
                  <a:pt x="3082" y="1273"/>
                </a:lnTo>
                <a:lnTo>
                  <a:pt x="3086" y="1272"/>
                </a:lnTo>
                <a:lnTo>
                  <a:pt x="3091" y="1271"/>
                </a:lnTo>
                <a:lnTo>
                  <a:pt x="3094" y="1271"/>
                </a:lnTo>
                <a:lnTo>
                  <a:pt x="3097" y="1272"/>
                </a:lnTo>
                <a:lnTo>
                  <a:pt x="3099" y="1273"/>
                </a:lnTo>
                <a:lnTo>
                  <a:pt x="3102" y="1277"/>
                </a:lnTo>
                <a:lnTo>
                  <a:pt x="3104" y="1278"/>
                </a:lnTo>
                <a:lnTo>
                  <a:pt x="3104" y="1280"/>
                </a:lnTo>
                <a:lnTo>
                  <a:pt x="3105" y="1283"/>
                </a:lnTo>
                <a:lnTo>
                  <a:pt x="3108" y="1287"/>
                </a:lnTo>
                <a:lnTo>
                  <a:pt x="3108" y="1288"/>
                </a:lnTo>
                <a:lnTo>
                  <a:pt x="3109" y="1291"/>
                </a:lnTo>
                <a:lnTo>
                  <a:pt x="3111" y="1295"/>
                </a:lnTo>
                <a:lnTo>
                  <a:pt x="3112" y="1299"/>
                </a:lnTo>
                <a:lnTo>
                  <a:pt x="3114" y="1301"/>
                </a:lnTo>
                <a:lnTo>
                  <a:pt x="3115" y="1305"/>
                </a:lnTo>
                <a:lnTo>
                  <a:pt x="3115" y="1307"/>
                </a:lnTo>
                <a:lnTo>
                  <a:pt x="3116" y="1310"/>
                </a:lnTo>
                <a:lnTo>
                  <a:pt x="3117" y="1313"/>
                </a:lnTo>
                <a:lnTo>
                  <a:pt x="3120" y="1317"/>
                </a:lnTo>
                <a:lnTo>
                  <a:pt x="3120" y="1319"/>
                </a:lnTo>
                <a:lnTo>
                  <a:pt x="3121" y="1322"/>
                </a:lnTo>
                <a:lnTo>
                  <a:pt x="3122" y="1324"/>
                </a:lnTo>
                <a:lnTo>
                  <a:pt x="3123" y="1328"/>
                </a:lnTo>
                <a:lnTo>
                  <a:pt x="3128" y="1332"/>
                </a:lnTo>
                <a:lnTo>
                  <a:pt x="3129" y="1333"/>
                </a:lnTo>
                <a:lnTo>
                  <a:pt x="3132" y="1334"/>
                </a:lnTo>
                <a:lnTo>
                  <a:pt x="3133" y="1335"/>
                </a:lnTo>
                <a:lnTo>
                  <a:pt x="3144" y="1339"/>
                </a:lnTo>
                <a:lnTo>
                  <a:pt x="3147" y="1339"/>
                </a:lnTo>
                <a:lnTo>
                  <a:pt x="3151" y="1339"/>
                </a:lnTo>
                <a:lnTo>
                  <a:pt x="3156" y="1339"/>
                </a:lnTo>
                <a:lnTo>
                  <a:pt x="3164" y="1338"/>
                </a:lnTo>
                <a:lnTo>
                  <a:pt x="3174" y="1335"/>
                </a:lnTo>
                <a:lnTo>
                  <a:pt x="3178" y="1334"/>
                </a:lnTo>
                <a:lnTo>
                  <a:pt x="3181" y="1332"/>
                </a:lnTo>
                <a:lnTo>
                  <a:pt x="3183" y="1330"/>
                </a:lnTo>
                <a:lnTo>
                  <a:pt x="3185" y="1329"/>
                </a:lnTo>
                <a:lnTo>
                  <a:pt x="3186" y="1328"/>
                </a:lnTo>
                <a:lnTo>
                  <a:pt x="3191" y="1323"/>
                </a:lnTo>
                <a:lnTo>
                  <a:pt x="3193" y="1322"/>
                </a:lnTo>
                <a:lnTo>
                  <a:pt x="3195" y="1319"/>
                </a:lnTo>
                <a:lnTo>
                  <a:pt x="3196" y="1317"/>
                </a:lnTo>
                <a:lnTo>
                  <a:pt x="3197" y="1315"/>
                </a:lnTo>
                <a:lnTo>
                  <a:pt x="3198" y="1313"/>
                </a:lnTo>
                <a:lnTo>
                  <a:pt x="3199" y="1311"/>
                </a:lnTo>
                <a:lnTo>
                  <a:pt x="3199" y="1308"/>
                </a:lnTo>
                <a:lnTo>
                  <a:pt x="3202" y="1304"/>
                </a:lnTo>
                <a:lnTo>
                  <a:pt x="3203" y="1296"/>
                </a:lnTo>
                <a:lnTo>
                  <a:pt x="3204" y="1288"/>
                </a:lnTo>
                <a:lnTo>
                  <a:pt x="3203" y="1285"/>
                </a:lnTo>
                <a:lnTo>
                  <a:pt x="3203" y="1282"/>
                </a:lnTo>
                <a:lnTo>
                  <a:pt x="3203" y="1279"/>
                </a:lnTo>
                <a:lnTo>
                  <a:pt x="3201" y="1272"/>
                </a:lnTo>
                <a:lnTo>
                  <a:pt x="3196" y="1266"/>
                </a:lnTo>
                <a:lnTo>
                  <a:pt x="3192" y="1261"/>
                </a:lnTo>
                <a:lnTo>
                  <a:pt x="3186" y="1255"/>
                </a:lnTo>
                <a:lnTo>
                  <a:pt x="3175" y="1246"/>
                </a:lnTo>
                <a:lnTo>
                  <a:pt x="3163" y="1239"/>
                </a:lnTo>
                <a:lnTo>
                  <a:pt x="3161" y="1238"/>
                </a:lnTo>
                <a:lnTo>
                  <a:pt x="3158" y="1236"/>
                </a:lnTo>
                <a:lnTo>
                  <a:pt x="3157" y="1235"/>
                </a:lnTo>
                <a:lnTo>
                  <a:pt x="3155" y="1234"/>
                </a:lnTo>
                <a:lnTo>
                  <a:pt x="3152" y="1234"/>
                </a:lnTo>
                <a:lnTo>
                  <a:pt x="3150" y="1233"/>
                </a:lnTo>
                <a:lnTo>
                  <a:pt x="3147" y="1232"/>
                </a:lnTo>
                <a:lnTo>
                  <a:pt x="3145" y="1230"/>
                </a:lnTo>
                <a:lnTo>
                  <a:pt x="3144" y="1229"/>
                </a:lnTo>
                <a:lnTo>
                  <a:pt x="3141" y="1228"/>
                </a:lnTo>
                <a:lnTo>
                  <a:pt x="3140" y="1225"/>
                </a:lnTo>
                <a:lnTo>
                  <a:pt x="3137" y="1224"/>
                </a:lnTo>
                <a:lnTo>
                  <a:pt x="3132" y="1222"/>
                </a:lnTo>
                <a:lnTo>
                  <a:pt x="3129" y="1221"/>
                </a:lnTo>
                <a:lnTo>
                  <a:pt x="3127" y="1219"/>
                </a:lnTo>
                <a:lnTo>
                  <a:pt x="3124" y="1218"/>
                </a:lnTo>
                <a:lnTo>
                  <a:pt x="3123" y="1217"/>
                </a:lnTo>
                <a:lnTo>
                  <a:pt x="3121" y="1216"/>
                </a:lnTo>
                <a:lnTo>
                  <a:pt x="3120" y="1215"/>
                </a:lnTo>
                <a:lnTo>
                  <a:pt x="3117" y="1213"/>
                </a:lnTo>
                <a:lnTo>
                  <a:pt x="3116" y="1212"/>
                </a:lnTo>
                <a:lnTo>
                  <a:pt x="3115" y="1211"/>
                </a:lnTo>
                <a:lnTo>
                  <a:pt x="3112" y="1208"/>
                </a:lnTo>
                <a:lnTo>
                  <a:pt x="3110" y="1206"/>
                </a:lnTo>
                <a:lnTo>
                  <a:pt x="3102" y="1200"/>
                </a:lnTo>
                <a:lnTo>
                  <a:pt x="3098" y="1196"/>
                </a:lnTo>
                <a:lnTo>
                  <a:pt x="3094" y="1191"/>
                </a:lnTo>
                <a:lnTo>
                  <a:pt x="3091" y="1188"/>
                </a:lnTo>
                <a:lnTo>
                  <a:pt x="3088" y="1183"/>
                </a:lnTo>
                <a:lnTo>
                  <a:pt x="3083" y="1173"/>
                </a:lnTo>
                <a:lnTo>
                  <a:pt x="3083" y="1171"/>
                </a:lnTo>
                <a:lnTo>
                  <a:pt x="3082" y="1169"/>
                </a:lnTo>
                <a:lnTo>
                  <a:pt x="3082" y="1167"/>
                </a:lnTo>
                <a:lnTo>
                  <a:pt x="3081" y="1166"/>
                </a:lnTo>
                <a:lnTo>
                  <a:pt x="3081" y="1162"/>
                </a:lnTo>
                <a:lnTo>
                  <a:pt x="3080" y="1161"/>
                </a:lnTo>
                <a:lnTo>
                  <a:pt x="3080" y="1156"/>
                </a:lnTo>
                <a:lnTo>
                  <a:pt x="3079" y="1150"/>
                </a:lnTo>
                <a:lnTo>
                  <a:pt x="3079" y="1143"/>
                </a:lnTo>
                <a:lnTo>
                  <a:pt x="3079" y="1135"/>
                </a:lnTo>
                <a:lnTo>
                  <a:pt x="3080" y="1132"/>
                </a:lnTo>
                <a:lnTo>
                  <a:pt x="3080" y="1129"/>
                </a:lnTo>
                <a:lnTo>
                  <a:pt x="3081" y="1127"/>
                </a:lnTo>
                <a:lnTo>
                  <a:pt x="3081" y="1124"/>
                </a:lnTo>
                <a:lnTo>
                  <a:pt x="3082" y="1123"/>
                </a:lnTo>
                <a:lnTo>
                  <a:pt x="3083" y="1119"/>
                </a:lnTo>
                <a:lnTo>
                  <a:pt x="3085" y="1117"/>
                </a:lnTo>
                <a:lnTo>
                  <a:pt x="3086" y="1114"/>
                </a:lnTo>
                <a:lnTo>
                  <a:pt x="3086" y="1112"/>
                </a:lnTo>
                <a:lnTo>
                  <a:pt x="3088" y="1108"/>
                </a:lnTo>
                <a:lnTo>
                  <a:pt x="3089" y="1107"/>
                </a:lnTo>
                <a:lnTo>
                  <a:pt x="3091" y="1105"/>
                </a:lnTo>
                <a:lnTo>
                  <a:pt x="3092" y="1103"/>
                </a:lnTo>
                <a:lnTo>
                  <a:pt x="3097" y="1100"/>
                </a:lnTo>
                <a:lnTo>
                  <a:pt x="3098" y="1096"/>
                </a:lnTo>
                <a:lnTo>
                  <a:pt x="3103" y="1092"/>
                </a:lnTo>
                <a:lnTo>
                  <a:pt x="3105" y="1090"/>
                </a:lnTo>
                <a:lnTo>
                  <a:pt x="3108" y="1089"/>
                </a:lnTo>
                <a:lnTo>
                  <a:pt x="3109" y="1088"/>
                </a:lnTo>
                <a:lnTo>
                  <a:pt x="3111" y="1088"/>
                </a:lnTo>
                <a:lnTo>
                  <a:pt x="3114" y="1086"/>
                </a:lnTo>
                <a:lnTo>
                  <a:pt x="3115" y="1085"/>
                </a:lnTo>
                <a:lnTo>
                  <a:pt x="3117" y="1084"/>
                </a:lnTo>
                <a:lnTo>
                  <a:pt x="3122" y="1081"/>
                </a:lnTo>
                <a:lnTo>
                  <a:pt x="3124" y="1080"/>
                </a:lnTo>
                <a:lnTo>
                  <a:pt x="3129" y="1079"/>
                </a:lnTo>
                <a:lnTo>
                  <a:pt x="3131" y="1078"/>
                </a:lnTo>
                <a:lnTo>
                  <a:pt x="3132" y="1078"/>
                </a:lnTo>
                <a:lnTo>
                  <a:pt x="3134" y="1077"/>
                </a:lnTo>
                <a:lnTo>
                  <a:pt x="3135" y="1077"/>
                </a:lnTo>
                <a:lnTo>
                  <a:pt x="3138" y="1075"/>
                </a:lnTo>
                <a:lnTo>
                  <a:pt x="3145" y="1074"/>
                </a:lnTo>
                <a:lnTo>
                  <a:pt x="3150" y="1073"/>
                </a:lnTo>
                <a:lnTo>
                  <a:pt x="3154" y="1073"/>
                </a:lnTo>
                <a:lnTo>
                  <a:pt x="3158" y="1073"/>
                </a:lnTo>
                <a:lnTo>
                  <a:pt x="3164" y="1072"/>
                </a:lnTo>
                <a:lnTo>
                  <a:pt x="3173" y="1072"/>
                </a:lnTo>
                <a:lnTo>
                  <a:pt x="3180" y="1073"/>
                </a:lnTo>
                <a:lnTo>
                  <a:pt x="3185" y="1073"/>
                </a:lnTo>
                <a:lnTo>
                  <a:pt x="3208" y="1077"/>
                </a:lnTo>
                <a:lnTo>
                  <a:pt x="3228" y="1084"/>
                </a:lnTo>
                <a:close/>
                <a:moveTo>
                  <a:pt x="2581" y="1072"/>
                </a:moveTo>
                <a:lnTo>
                  <a:pt x="2601" y="1072"/>
                </a:lnTo>
                <a:lnTo>
                  <a:pt x="2610" y="1073"/>
                </a:lnTo>
                <a:lnTo>
                  <a:pt x="2618" y="1075"/>
                </a:lnTo>
                <a:lnTo>
                  <a:pt x="2620" y="1075"/>
                </a:lnTo>
                <a:lnTo>
                  <a:pt x="2622" y="1077"/>
                </a:lnTo>
                <a:lnTo>
                  <a:pt x="2627" y="1078"/>
                </a:lnTo>
                <a:lnTo>
                  <a:pt x="2629" y="1079"/>
                </a:lnTo>
                <a:lnTo>
                  <a:pt x="2631" y="1080"/>
                </a:lnTo>
                <a:lnTo>
                  <a:pt x="2635" y="1081"/>
                </a:lnTo>
                <a:lnTo>
                  <a:pt x="2637" y="1084"/>
                </a:lnTo>
                <a:lnTo>
                  <a:pt x="2642" y="1086"/>
                </a:lnTo>
                <a:lnTo>
                  <a:pt x="2643" y="1088"/>
                </a:lnTo>
                <a:lnTo>
                  <a:pt x="2646" y="1088"/>
                </a:lnTo>
                <a:lnTo>
                  <a:pt x="2647" y="1089"/>
                </a:lnTo>
                <a:lnTo>
                  <a:pt x="2649" y="1090"/>
                </a:lnTo>
                <a:lnTo>
                  <a:pt x="2651" y="1092"/>
                </a:lnTo>
                <a:lnTo>
                  <a:pt x="2653" y="1095"/>
                </a:lnTo>
                <a:lnTo>
                  <a:pt x="2660" y="1100"/>
                </a:lnTo>
                <a:lnTo>
                  <a:pt x="2666" y="1106"/>
                </a:lnTo>
                <a:lnTo>
                  <a:pt x="2672" y="1113"/>
                </a:lnTo>
                <a:lnTo>
                  <a:pt x="2677" y="1121"/>
                </a:lnTo>
                <a:lnTo>
                  <a:pt x="2682" y="1128"/>
                </a:lnTo>
                <a:lnTo>
                  <a:pt x="2687" y="1136"/>
                </a:lnTo>
                <a:lnTo>
                  <a:pt x="2691" y="1145"/>
                </a:lnTo>
                <a:lnTo>
                  <a:pt x="2694" y="1153"/>
                </a:lnTo>
                <a:lnTo>
                  <a:pt x="2695" y="1158"/>
                </a:lnTo>
                <a:lnTo>
                  <a:pt x="2697" y="1161"/>
                </a:lnTo>
                <a:lnTo>
                  <a:pt x="2697" y="1162"/>
                </a:lnTo>
                <a:lnTo>
                  <a:pt x="2698" y="1163"/>
                </a:lnTo>
                <a:lnTo>
                  <a:pt x="2698" y="1166"/>
                </a:lnTo>
                <a:lnTo>
                  <a:pt x="2700" y="1172"/>
                </a:lnTo>
                <a:lnTo>
                  <a:pt x="2700" y="1174"/>
                </a:lnTo>
                <a:lnTo>
                  <a:pt x="2703" y="1183"/>
                </a:lnTo>
                <a:lnTo>
                  <a:pt x="2704" y="1190"/>
                </a:lnTo>
                <a:lnTo>
                  <a:pt x="2705" y="1199"/>
                </a:lnTo>
                <a:lnTo>
                  <a:pt x="2705" y="1208"/>
                </a:lnTo>
                <a:lnTo>
                  <a:pt x="2706" y="1217"/>
                </a:lnTo>
                <a:lnTo>
                  <a:pt x="2706" y="1225"/>
                </a:lnTo>
                <a:lnTo>
                  <a:pt x="2706" y="1229"/>
                </a:lnTo>
                <a:lnTo>
                  <a:pt x="2705" y="1233"/>
                </a:lnTo>
                <a:lnTo>
                  <a:pt x="2705" y="1246"/>
                </a:lnTo>
                <a:lnTo>
                  <a:pt x="2704" y="1250"/>
                </a:lnTo>
                <a:lnTo>
                  <a:pt x="2704" y="1255"/>
                </a:lnTo>
                <a:lnTo>
                  <a:pt x="2703" y="1258"/>
                </a:lnTo>
                <a:lnTo>
                  <a:pt x="2701" y="1267"/>
                </a:lnTo>
                <a:lnTo>
                  <a:pt x="2700" y="1272"/>
                </a:lnTo>
                <a:lnTo>
                  <a:pt x="2699" y="1276"/>
                </a:lnTo>
                <a:lnTo>
                  <a:pt x="2698" y="1278"/>
                </a:lnTo>
                <a:lnTo>
                  <a:pt x="2698" y="1279"/>
                </a:lnTo>
                <a:lnTo>
                  <a:pt x="2697" y="1282"/>
                </a:lnTo>
                <a:lnTo>
                  <a:pt x="2697" y="1283"/>
                </a:lnTo>
                <a:lnTo>
                  <a:pt x="2695" y="1285"/>
                </a:lnTo>
                <a:lnTo>
                  <a:pt x="2695" y="1287"/>
                </a:lnTo>
                <a:lnTo>
                  <a:pt x="2694" y="1290"/>
                </a:lnTo>
                <a:lnTo>
                  <a:pt x="2693" y="1293"/>
                </a:lnTo>
                <a:lnTo>
                  <a:pt x="2692" y="1295"/>
                </a:lnTo>
                <a:lnTo>
                  <a:pt x="2691" y="1299"/>
                </a:lnTo>
                <a:lnTo>
                  <a:pt x="2688" y="1304"/>
                </a:lnTo>
                <a:lnTo>
                  <a:pt x="2687" y="1305"/>
                </a:lnTo>
                <a:lnTo>
                  <a:pt x="2686" y="1307"/>
                </a:lnTo>
                <a:lnTo>
                  <a:pt x="2685" y="1310"/>
                </a:lnTo>
                <a:lnTo>
                  <a:pt x="2683" y="1312"/>
                </a:lnTo>
                <a:lnTo>
                  <a:pt x="2681" y="1316"/>
                </a:lnTo>
                <a:lnTo>
                  <a:pt x="2680" y="1317"/>
                </a:lnTo>
                <a:lnTo>
                  <a:pt x="2680" y="1319"/>
                </a:lnTo>
                <a:lnTo>
                  <a:pt x="2677" y="1321"/>
                </a:lnTo>
                <a:lnTo>
                  <a:pt x="2676" y="1322"/>
                </a:lnTo>
                <a:lnTo>
                  <a:pt x="2674" y="1324"/>
                </a:lnTo>
                <a:lnTo>
                  <a:pt x="2671" y="1328"/>
                </a:lnTo>
                <a:lnTo>
                  <a:pt x="2665" y="1334"/>
                </a:lnTo>
                <a:lnTo>
                  <a:pt x="2664" y="1337"/>
                </a:lnTo>
                <a:lnTo>
                  <a:pt x="2658" y="1343"/>
                </a:lnTo>
                <a:lnTo>
                  <a:pt x="2654" y="1345"/>
                </a:lnTo>
                <a:lnTo>
                  <a:pt x="2652" y="1348"/>
                </a:lnTo>
                <a:lnTo>
                  <a:pt x="2651" y="1349"/>
                </a:lnTo>
                <a:lnTo>
                  <a:pt x="2648" y="1350"/>
                </a:lnTo>
                <a:lnTo>
                  <a:pt x="2647" y="1351"/>
                </a:lnTo>
                <a:lnTo>
                  <a:pt x="2631" y="1360"/>
                </a:lnTo>
                <a:lnTo>
                  <a:pt x="2629" y="1360"/>
                </a:lnTo>
                <a:lnTo>
                  <a:pt x="2625" y="1362"/>
                </a:lnTo>
                <a:lnTo>
                  <a:pt x="2623" y="1362"/>
                </a:lnTo>
                <a:lnTo>
                  <a:pt x="2622" y="1363"/>
                </a:lnTo>
                <a:lnTo>
                  <a:pt x="2620" y="1363"/>
                </a:lnTo>
                <a:lnTo>
                  <a:pt x="2618" y="1365"/>
                </a:lnTo>
                <a:lnTo>
                  <a:pt x="2616" y="1365"/>
                </a:lnTo>
                <a:lnTo>
                  <a:pt x="2611" y="1366"/>
                </a:lnTo>
                <a:lnTo>
                  <a:pt x="2608" y="1366"/>
                </a:lnTo>
                <a:lnTo>
                  <a:pt x="2606" y="1367"/>
                </a:lnTo>
                <a:lnTo>
                  <a:pt x="2601" y="1367"/>
                </a:lnTo>
                <a:lnTo>
                  <a:pt x="2581" y="1368"/>
                </a:lnTo>
                <a:lnTo>
                  <a:pt x="2568" y="1366"/>
                </a:lnTo>
                <a:lnTo>
                  <a:pt x="2564" y="1366"/>
                </a:lnTo>
                <a:lnTo>
                  <a:pt x="2561" y="1365"/>
                </a:lnTo>
                <a:lnTo>
                  <a:pt x="2559" y="1365"/>
                </a:lnTo>
                <a:lnTo>
                  <a:pt x="2558" y="1363"/>
                </a:lnTo>
                <a:lnTo>
                  <a:pt x="2553" y="1362"/>
                </a:lnTo>
                <a:lnTo>
                  <a:pt x="2549" y="1361"/>
                </a:lnTo>
                <a:lnTo>
                  <a:pt x="2544" y="1359"/>
                </a:lnTo>
                <a:lnTo>
                  <a:pt x="2541" y="1357"/>
                </a:lnTo>
                <a:lnTo>
                  <a:pt x="2537" y="1355"/>
                </a:lnTo>
                <a:lnTo>
                  <a:pt x="2533" y="1352"/>
                </a:lnTo>
                <a:lnTo>
                  <a:pt x="2532" y="1351"/>
                </a:lnTo>
                <a:lnTo>
                  <a:pt x="2530" y="1351"/>
                </a:lnTo>
                <a:lnTo>
                  <a:pt x="2529" y="1350"/>
                </a:lnTo>
                <a:lnTo>
                  <a:pt x="2526" y="1349"/>
                </a:lnTo>
                <a:lnTo>
                  <a:pt x="2525" y="1346"/>
                </a:lnTo>
                <a:lnTo>
                  <a:pt x="2523" y="1344"/>
                </a:lnTo>
                <a:lnTo>
                  <a:pt x="2519" y="1340"/>
                </a:lnTo>
                <a:lnTo>
                  <a:pt x="2517" y="1339"/>
                </a:lnTo>
                <a:lnTo>
                  <a:pt x="2512" y="1335"/>
                </a:lnTo>
                <a:lnTo>
                  <a:pt x="2507" y="1329"/>
                </a:lnTo>
                <a:lnTo>
                  <a:pt x="2504" y="1327"/>
                </a:lnTo>
                <a:lnTo>
                  <a:pt x="2503" y="1324"/>
                </a:lnTo>
                <a:lnTo>
                  <a:pt x="2501" y="1322"/>
                </a:lnTo>
                <a:lnTo>
                  <a:pt x="2500" y="1321"/>
                </a:lnTo>
                <a:lnTo>
                  <a:pt x="2500" y="1318"/>
                </a:lnTo>
                <a:lnTo>
                  <a:pt x="2497" y="1317"/>
                </a:lnTo>
                <a:lnTo>
                  <a:pt x="2497" y="1315"/>
                </a:lnTo>
                <a:lnTo>
                  <a:pt x="2495" y="1311"/>
                </a:lnTo>
                <a:lnTo>
                  <a:pt x="2494" y="1310"/>
                </a:lnTo>
                <a:lnTo>
                  <a:pt x="2492" y="1307"/>
                </a:lnTo>
                <a:lnTo>
                  <a:pt x="2491" y="1305"/>
                </a:lnTo>
                <a:lnTo>
                  <a:pt x="2490" y="1301"/>
                </a:lnTo>
                <a:lnTo>
                  <a:pt x="2488" y="1296"/>
                </a:lnTo>
                <a:lnTo>
                  <a:pt x="2488" y="1295"/>
                </a:lnTo>
                <a:lnTo>
                  <a:pt x="2485" y="1291"/>
                </a:lnTo>
                <a:lnTo>
                  <a:pt x="2485" y="1289"/>
                </a:lnTo>
                <a:lnTo>
                  <a:pt x="2483" y="1283"/>
                </a:lnTo>
                <a:lnTo>
                  <a:pt x="2481" y="1280"/>
                </a:lnTo>
                <a:lnTo>
                  <a:pt x="2481" y="1279"/>
                </a:lnTo>
                <a:lnTo>
                  <a:pt x="2480" y="1276"/>
                </a:lnTo>
                <a:lnTo>
                  <a:pt x="2479" y="1271"/>
                </a:lnTo>
                <a:lnTo>
                  <a:pt x="2478" y="1268"/>
                </a:lnTo>
                <a:lnTo>
                  <a:pt x="2477" y="1263"/>
                </a:lnTo>
                <a:lnTo>
                  <a:pt x="2477" y="1257"/>
                </a:lnTo>
                <a:lnTo>
                  <a:pt x="2475" y="1250"/>
                </a:lnTo>
                <a:lnTo>
                  <a:pt x="2473" y="1243"/>
                </a:lnTo>
                <a:lnTo>
                  <a:pt x="2473" y="1235"/>
                </a:lnTo>
                <a:lnTo>
                  <a:pt x="2473" y="1219"/>
                </a:lnTo>
                <a:lnTo>
                  <a:pt x="2473" y="1211"/>
                </a:lnTo>
                <a:lnTo>
                  <a:pt x="2473" y="1204"/>
                </a:lnTo>
                <a:lnTo>
                  <a:pt x="2474" y="1193"/>
                </a:lnTo>
                <a:lnTo>
                  <a:pt x="2474" y="1189"/>
                </a:lnTo>
                <a:lnTo>
                  <a:pt x="2477" y="1179"/>
                </a:lnTo>
                <a:lnTo>
                  <a:pt x="2477" y="1175"/>
                </a:lnTo>
                <a:lnTo>
                  <a:pt x="2478" y="1172"/>
                </a:lnTo>
                <a:lnTo>
                  <a:pt x="2479" y="1167"/>
                </a:lnTo>
                <a:lnTo>
                  <a:pt x="2480" y="1163"/>
                </a:lnTo>
                <a:lnTo>
                  <a:pt x="2480" y="1161"/>
                </a:lnTo>
                <a:lnTo>
                  <a:pt x="2481" y="1160"/>
                </a:lnTo>
                <a:lnTo>
                  <a:pt x="2483" y="1156"/>
                </a:lnTo>
                <a:lnTo>
                  <a:pt x="2484" y="1153"/>
                </a:lnTo>
                <a:lnTo>
                  <a:pt x="2485" y="1150"/>
                </a:lnTo>
                <a:lnTo>
                  <a:pt x="2486" y="1147"/>
                </a:lnTo>
                <a:lnTo>
                  <a:pt x="2488" y="1144"/>
                </a:lnTo>
                <a:lnTo>
                  <a:pt x="2489" y="1141"/>
                </a:lnTo>
                <a:lnTo>
                  <a:pt x="2490" y="1139"/>
                </a:lnTo>
                <a:lnTo>
                  <a:pt x="2491" y="1136"/>
                </a:lnTo>
                <a:lnTo>
                  <a:pt x="2492" y="1134"/>
                </a:lnTo>
                <a:lnTo>
                  <a:pt x="2494" y="1132"/>
                </a:lnTo>
                <a:lnTo>
                  <a:pt x="2495" y="1129"/>
                </a:lnTo>
                <a:lnTo>
                  <a:pt x="2496" y="1128"/>
                </a:lnTo>
                <a:lnTo>
                  <a:pt x="2497" y="1125"/>
                </a:lnTo>
                <a:lnTo>
                  <a:pt x="2498" y="1124"/>
                </a:lnTo>
                <a:lnTo>
                  <a:pt x="2500" y="1122"/>
                </a:lnTo>
                <a:lnTo>
                  <a:pt x="2501" y="1121"/>
                </a:lnTo>
                <a:lnTo>
                  <a:pt x="2503" y="1119"/>
                </a:lnTo>
                <a:lnTo>
                  <a:pt x="2504" y="1117"/>
                </a:lnTo>
                <a:lnTo>
                  <a:pt x="2507" y="1114"/>
                </a:lnTo>
                <a:lnTo>
                  <a:pt x="2510" y="1110"/>
                </a:lnTo>
                <a:lnTo>
                  <a:pt x="2514" y="1106"/>
                </a:lnTo>
                <a:lnTo>
                  <a:pt x="2519" y="1101"/>
                </a:lnTo>
                <a:lnTo>
                  <a:pt x="2523" y="1097"/>
                </a:lnTo>
                <a:lnTo>
                  <a:pt x="2525" y="1095"/>
                </a:lnTo>
                <a:lnTo>
                  <a:pt x="2527" y="1092"/>
                </a:lnTo>
                <a:lnTo>
                  <a:pt x="2530" y="1091"/>
                </a:lnTo>
                <a:lnTo>
                  <a:pt x="2532" y="1090"/>
                </a:lnTo>
                <a:lnTo>
                  <a:pt x="2533" y="1089"/>
                </a:lnTo>
                <a:lnTo>
                  <a:pt x="2535" y="1088"/>
                </a:lnTo>
                <a:lnTo>
                  <a:pt x="2537" y="1088"/>
                </a:lnTo>
                <a:lnTo>
                  <a:pt x="2539" y="1086"/>
                </a:lnTo>
                <a:lnTo>
                  <a:pt x="2542" y="1085"/>
                </a:lnTo>
                <a:lnTo>
                  <a:pt x="2543" y="1083"/>
                </a:lnTo>
                <a:lnTo>
                  <a:pt x="2547" y="1083"/>
                </a:lnTo>
                <a:lnTo>
                  <a:pt x="2549" y="1080"/>
                </a:lnTo>
                <a:lnTo>
                  <a:pt x="2567" y="1074"/>
                </a:lnTo>
                <a:lnTo>
                  <a:pt x="2570" y="1074"/>
                </a:lnTo>
                <a:lnTo>
                  <a:pt x="2573" y="1073"/>
                </a:lnTo>
                <a:lnTo>
                  <a:pt x="2577" y="1073"/>
                </a:lnTo>
                <a:lnTo>
                  <a:pt x="2581" y="1073"/>
                </a:lnTo>
                <a:lnTo>
                  <a:pt x="2581" y="1072"/>
                </a:lnTo>
                <a:close/>
                <a:moveTo>
                  <a:pt x="1629" y="1089"/>
                </a:moveTo>
                <a:lnTo>
                  <a:pt x="1629" y="1122"/>
                </a:lnTo>
                <a:lnTo>
                  <a:pt x="1580" y="1122"/>
                </a:lnTo>
                <a:lnTo>
                  <a:pt x="1581" y="1125"/>
                </a:lnTo>
                <a:lnTo>
                  <a:pt x="1583" y="1128"/>
                </a:lnTo>
                <a:lnTo>
                  <a:pt x="1583" y="1130"/>
                </a:lnTo>
                <a:lnTo>
                  <a:pt x="1585" y="1132"/>
                </a:lnTo>
                <a:lnTo>
                  <a:pt x="1586" y="1134"/>
                </a:lnTo>
                <a:lnTo>
                  <a:pt x="1587" y="1136"/>
                </a:lnTo>
                <a:lnTo>
                  <a:pt x="1588" y="1140"/>
                </a:lnTo>
                <a:lnTo>
                  <a:pt x="1588" y="1141"/>
                </a:lnTo>
                <a:lnTo>
                  <a:pt x="1589" y="1144"/>
                </a:lnTo>
                <a:lnTo>
                  <a:pt x="1589" y="1146"/>
                </a:lnTo>
                <a:lnTo>
                  <a:pt x="1591" y="1147"/>
                </a:lnTo>
                <a:lnTo>
                  <a:pt x="1591" y="1150"/>
                </a:lnTo>
                <a:lnTo>
                  <a:pt x="1592" y="1152"/>
                </a:lnTo>
                <a:lnTo>
                  <a:pt x="1592" y="1160"/>
                </a:lnTo>
                <a:lnTo>
                  <a:pt x="1593" y="1172"/>
                </a:lnTo>
                <a:lnTo>
                  <a:pt x="1594" y="1180"/>
                </a:lnTo>
                <a:lnTo>
                  <a:pt x="1594" y="1190"/>
                </a:lnTo>
                <a:lnTo>
                  <a:pt x="1593" y="1195"/>
                </a:lnTo>
                <a:lnTo>
                  <a:pt x="1592" y="1200"/>
                </a:lnTo>
                <a:lnTo>
                  <a:pt x="1592" y="1204"/>
                </a:lnTo>
                <a:lnTo>
                  <a:pt x="1587" y="1223"/>
                </a:lnTo>
                <a:lnTo>
                  <a:pt x="1586" y="1228"/>
                </a:lnTo>
                <a:lnTo>
                  <a:pt x="1585" y="1230"/>
                </a:lnTo>
                <a:lnTo>
                  <a:pt x="1581" y="1236"/>
                </a:lnTo>
                <a:lnTo>
                  <a:pt x="1579" y="1241"/>
                </a:lnTo>
                <a:lnTo>
                  <a:pt x="1577" y="1244"/>
                </a:lnTo>
                <a:lnTo>
                  <a:pt x="1576" y="1246"/>
                </a:lnTo>
                <a:lnTo>
                  <a:pt x="1575" y="1247"/>
                </a:lnTo>
                <a:lnTo>
                  <a:pt x="1574" y="1250"/>
                </a:lnTo>
                <a:lnTo>
                  <a:pt x="1571" y="1251"/>
                </a:lnTo>
                <a:lnTo>
                  <a:pt x="1565" y="1258"/>
                </a:lnTo>
                <a:lnTo>
                  <a:pt x="1562" y="1263"/>
                </a:lnTo>
                <a:lnTo>
                  <a:pt x="1559" y="1265"/>
                </a:lnTo>
                <a:lnTo>
                  <a:pt x="1557" y="1266"/>
                </a:lnTo>
                <a:lnTo>
                  <a:pt x="1554" y="1267"/>
                </a:lnTo>
                <a:lnTo>
                  <a:pt x="1553" y="1268"/>
                </a:lnTo>
                <a:lnTo>
                  <a:pt x="1551" y="1269"/>
                </a:lnTo>
                <a:lnTo>
                  <a:pt x="1548" y="1271"/>
                </a:lnTo>
                <a:lnTo>
                  <a:pt x="1545" y="1273"/>
                </a:lnTo>
                <a:lnTo>
                  <a:pt x="1542" y="1273"/>
                </a:lnTo>
                <a:lnTo>
                  <a:pt x="1540" y="1274"/>
                </a:lnTo>
                <a:lnTo>
                  <a:pt x="1536" y="1276"/>
                </a:lnTo>
                <a:lnTo>
                  <a:pt x="1535" y="1277"/>
                </a:lnTo>
                <a:lnTo>
                  <a:pt x="1529" y="1278"/>
                </a:lnTo>
                <a:lnTo>
                  <a:pt x="1523" y="1279"/>
                </a:lnTo>
                <a:lnTo>
                  <a:pt x="1508" y="1280"/>
                </a:lnTo>
                <a:lnTo>
                  <a:pt x="1505" y="1280"/>
                </a:lnTo>
                <a:lnTo>
                  <a:pt x="1500" y="1280"/>
                </a:lnTo>
                <a:lnTo>
                  <a:pt x="1492" y="1279"/>
                </a:lnTo>
                <a:lnTo>
                  <a:pt x="1488" y="1279"/>
                </a:lnTo>
                <a:lnTo>
                  <a:pt x="1484" y="1279"/>
                </a:lnTo>
                <a:lnTo>
                  <a:pt x="1482" y="1280"/>
                </a:lnTo>
                <a:lnTo>
                  <a:pt x="1481" y="1282"/>
                </a:lnTo>
                <a:lnTo>
                  <a:pt x="1478" y="1283"/>
                </a:lnTo>
                <a:lnTo>
                  <a:pt x="1476" y="1287"/>
                </a:lnTo>
                <a:lnTo>
                  <a:pt x="1473" y="1289"/>
                </a:lnTo>
                <a:lnTo>
                  <a:pt x="1470" y="1293"/>
                </a:lnTo>
                <a:lnTo>
                  <a:pt x="1469" y="1294"/>
                </a:lnTo>
                <a:lnTo>
                  <a:pt x="1467" y="1296"/>
                </a:lnTo>
                <a:lnTo>
                  <a:pt x="1466" y="1298"/>
                </a:lnTo>
                <a:lnTo>
                  <a:pt x="1465" y="1301"/>
                </a:lnTo>
                <a:lnTo>
                  <a:pt x="1464" y="1304"/>
                </a:lnTo>
                <a:lnTo>
                  <a:pt x="1463" y="1307"/>
                </a:lnTo>
                <a:lnTo>
                  <a:pt x="1463" y="1310"/>
                </a:lnTo>
                <a:lnTo>
                  <a:pt x="1463" y="1312"/>
                </a:lnTo>
                <a:lnTo>
                  <a:pt x="1464" y="1315"/>
                </a:lnTo>
                <a:lnTo>
                  <a:pt x="1466" y="1316"/>
                </a:lnTo>
                <a:lnTo>
                  <a:pt x="1469" y="1317"/>
                </a:lnTo>
                <a:lnTo>
                  <a:pt x="1471" y="1317"/>
                </a:lnTo>
                <a:lnTo>
                  <a:pt x="1477" y="1318"/>
                </a:lnTo>
                <a:lnTo>
                  <a:pt x="1489" y="1317"/>
                </a:lnTo>
                <a:lnTo>
                  <a:pt x="1505" y="1317"/>
                </a:lnTo>
                <a:lnTo>
                  <a:pt x="1519" y="1316"/>
                </a:lnTo>
                <a:lnTo>
                  <a:pt x="1525" y="1316"/>
                </a:lnTo>
                <a:lnTo>
                  <a:pt x="1534" y="1316"/>
                </a:lnTo>
                <a:lnTo>
                  <a:pt x="1540" y="1316"/>
                </a:lnTo>
                <a:lnTo>
                  <a:pt x="1550" y="1316"/>
                </a:lnTo>
                <a:lnTo>
                  <a:pt x="1556" y="1317"/>
                </a:lnTo>
                <a:lnTo>
                  <a:pt x="1560" y="1317"/>
                </a:lnTo>
                <a:lnTo>
                  <a:pt x="1564" y="1318"/>
                </a:lnTo>
                <a:lnTo>
                  <a:pt x="1568" y="1318"/>
                </a:lnTo>
                <a:lnTo>
                  <a:pt x="1574" y="1319"/>
                </a:lnTo>
                <a:lnTo>
                  <a:pt x="1576" y="1321"/>
                </a:lnTo>
                <a:lnTo>
                  <a:pt x="1579" y="1321"/>
                </a:lnTo>
                <a:lnTo>
                  <a:pt x="1581" y="1322"/>
                </a:lnTo>
                <a:lnTo>
                  <a:pt x="1582" y="1322"/>
                </a:lnTo>
                <a:lnTo>
                  <a:pt x="1585" y="1322"/>
                </a:lnTo>
                <a:lnTo>
                  <a:pt x="1591" y="1324"/>
                </a:lnTo>
                <a:lnTo>
                  <a:pt x="1593" y="1326"/>
                </a:lnTo>
                <a:lnTo>
                  <a:pt x="1595" y="1327"/>
                </a:lnTo>
                <a:lnTo>
                  <a:pt x="1599" y="1328"/>
                </a:lnTo>
                <a:lnTo>
                  <a:pt x="1602" y="1329"/>
                </a:lnTo>
                <a:lnTo>
                  <a:pt x="1605" y="1332"/>
                </a:lnTo>
                <a:lnTo>
                  <a:pt x="1608" y="1333"/>
                </a:lnTo>
                <a:lnTo>
                  <a:pt x="1610" y="1334"/>
                </a:lnTo>
                <a:lnTo>
                  <a:pt x="1611" y="1335"/>
                </a:lnTo>
                <a:lnTo>
                  <a:pt x="1614" y="1337"/>
                </a:lnTo>
                <a:lnTo>
                  <a:pt x="1616" y="1340"/>
                </a:lnTo>
                <a:lnTo>
                  <a:pt x="1621" y="1345"/>
                </a:lnTo>
                <a:lnTo>
                  <a:pt x="1623" y="1346"/>
                </a:lnTo>
                <a:lnTo>
                  <a:pt x="1626" y="1349"/>
                </a:lnTo>
                <a:lnTo>
                  <a:pt x="1627" y="1351"/>
                </a:lnTo>
                <a:lnTo>
                  <a:pt x="1628" y="1352"/>
                </a:lnTo>
                <a:lnTo>
                  <a:pt x="1629" y="1355"/>
                </a:lnTo>
                <a:lnTo>
                  <a:pt x="1631" y="1357"/>
                </a:lnTo>
                <a:lnTo>
                  <a:pt x="1632" y="1359"/>
                </a:lnTo>
                <a:lnTo>
                  <a:pt x="1633" y="1362"/>
                </a:lnTo>
                <a:lnTo>
                  <a:pt x="1634" y="1365"/>
                </a:lnTo>
                <a:lnTo>
                  <a:pt x="1634" y="1366"/>
                </a:lnTo>
                <a:lnTo>
                  <a:pt x="1635" y="1367"/>
                </a:lnTo>
                <a:lnTo>
                  <a:pt x="1635" y="1370"/>
                </a:lnTo>
                <a:lnTo>
                  <a:pt x="1635" y="1371"/>
                </a:lnTo>
                <a:lnTo>
                  <a:pt x="1637" y="1373"/>
                </a:lnTo>
                <a:lnTo>
                  <a:pt x="1638" y="1379"/>
                </a:lnTo>
                <a:lnTo>
                  <a:pt x="1639" y="1385"/>
                </a:lnTo>
                <a:lnTo>
                  <a:pt x="1639" y="1393"/>
                </a:lnTo>
                <a:lnTo>
                  <a:pt x="1639" y="1396"/>
                </a:lnTo>
                <a:lnTo>
                  <a:pt x="1638" y="1399"/>
                </a:lnTo>
                <a:lnTo>
                  <a:pt x="1638" y="1404"/>
                </a:lnTo>
                <a:lnTo>
                  <a:pt x="1638" y="1406"/>
                </a:lnTo>
                <a:lnTo>
                  <a:pt x="1637" y="1410"/>
                </a:lnTo>
                <a:lnTo>
                  <a:pt x="1637" y="1411"/>
                </a:lnTo>
                <a:lnTo>
                  <a:pt x="1635" y="1413"/>
                </a:lnTo>
                <a:lnTo>
                  <a:pt x="1635" y="1417"/>
                </a:lnTo>
                <a:lnTo>
                  <a:pt x="1634" y="1421"/>
                </a:lnTo>
                <a:lnTo>
                  <a:pt x="1633" y="1423"/>
                </a:lnTo>
                <a:lnTo>
                  <a:pt x="1631" y="1427"/>
                </a:lnTo>
                <a:lnTo>
                  <a:pt x="1628" y="1432"/>
                </a:lnTo>
                <a:lnTo>
                  <a:pt x="1627" y="1434"/>
                </a:lnTo>
                <a:lnTo>
                  <a:pt x="1626" y="1437"/>
                </a:lnTo>
                <a:lnTo>
                  <a:pt x="1623" y="1438"/>
                </a:lnTo>
                <a:lnTo>
                  <a:pt x="1622" y="1439"/>
                </a:lnTo>
                <a:lnTo>
                  <a:pt x="1621" y="1442"/>
                </a:lnTo>
                <a:lnTo>
                  <a:pt x="1616" y="1446"/>
                </a:lnTo>
                <a:lnTo>
                  <a:pt x="1609" y="1454"/>
                </a:lnTo>
                <a:lnTo>
                  <a:pt x="1606" y="1456"/>
                </a:lnTo>
                <a:lnTo>
                  <a:pt x="1604" y="1459"/>
                </a:lnTo>
                <a:lnTo>
                  <a:pt x="1602" y="1460"/>
                </a:lnTo>
                <a:lnTo>
                  <a:pt x="1600" y="1461"/>
                </a:lnTo>
                <a:lnTo>
                  <a:pt x="1598" y="1462"/>
                </a:lnTo>
                <a:lnTo>
                  <a:pt x="1595" y="1463"/>
                </a:lnTo>
                <a:lnTo>
                  <a:pt x="1594" y="1465"/>
                </a:lnTo>
                <a:lnTo>
                  <a:pt x="1592" y="1466"/>
                </a:lnTo>
                <a:lnTo>
                  <a:pt x="1589" y="1467"/>
                </a:lnTo>
                <a:lnTo>
                  <a:pt x="1587" y="1468"/>
                </a:lnTo>
                <a:lnTo>
                  <a:pt x="1582" y="1470"/>
                </a:lnTo>
                <a:lnTo>
                  <a:pt x="1581" y="1471"/>
                </a:lnTo>
                <a:lnTo>
                  <a:pt x="1577" y="1472"/>
                </a:lnTo>
                <a:lnTo>
                  <a:pt x="1557" y="1479"/>
                </a:lnTo>
                <a:lnTo>
                  <a:pt x="1553" y="1479"/>
                </a:lnTo>
                <a:lnTo>
                  <a:pt x="1551" y="1479"/>
                </a:lnTo>
                <a:lnTo>
                  <a:pt x="1547" y="1481"/>
                </a:lnTo>
                <a:lnTo>
                  <a:pt x="1544" y="1481"/>
                </a:lnTo>
                <a:lnTo>
                  <a:pt x="1539" y="1482"/>
                </a:lnTo>
                <a:lnTo>
                  <a:pt x="1533" y="1482"/>
                </a:lnTo>
                <a:lnTo>
                  <a:pt x="1522" y="1483"/>
                </a:lnTo>
                <a:lnTo>
                  <a:pt x="1519" y="1483"/>
                </a:lnTo>
                <a:lnTo>
                  <a:pt x="1513" y="1483"/>
                </a:lnTo>
                <a:lnTo>
                  <a:pt x="1506" y="1483"/>
                </a:lnTo>
                <a:lnTo>
                  <a:pt x="1496" y="1483"/>
                </a:lnTo>
                <a:lnTo>
                  <a:pt x="1490" y="1482"/>
                </a:lnTo>
                <a:lnTo>
                  <a:pt x="1471" y="1478"/>
                </a:lnTo>
                <a:lnTo>
                  <a:pt x="1453" y="1472"/>
                </a:lnTo>
                <a:lnTo>
                  <a:pt x="1450" y="1471"/>
                </a:lnTo>
                <a:lnTo>
                  <a:pt x="1449" y="1471"/>
                </a:lnTo>
                <a:lnTo>
                  <a:pt x="1446" y="1468"/>
                </a:lnTo>
                <a:lnTo>
                  <a:pt x="1442" y="1467"/>
                </a:lnTo>
                <a:lnTo>
                  <a:pt x="1440" y="1466"/>
                </a:lnTo>
                <a:lnTo>
                  <a:pt x="1436" y="1463"/>
                </a:lnTo>
                <a:lnTo>
                  <a:pt x="1435" y="1462"/>
                </a:lnTo>
                <a:lnTo>
                  <a:pt x="1432" y="1461"/>
                </a:lnTo>
                <a:lnTo>
                  <a:pt x="1432" y="1460"/>
                </a:lnTo>
                <a:lnTo>
                  <a:pt x="1430" y="1459"/>
                </a:lnTo>
                <a:lnTo>
                  <a:pt x="1429" y="1457"/>
                </a:lnTo>
                <a:lnTo>
                  <a:pt x="1426" y="1455"/>
                </a:lnTo>
                <a:lnTo>
                  <a:pt x="1421" y="1451"/>
                </a:lnTo>
                <a:lnTo>
                  <a:pt x="1418" y="1448"/>
                </a:lnTo>
                <a:lnTo>
                  <a:pt x="1414" y="1444"/>
                </a:lnTo>
                <a:lnTo>
                  <a:pt x="1413" y="1442"/>
                </a:lnTo>
                <a:lnTo>
                  <a:pt x="1412" y="1439"/>
                </a:lnTo>
                <a:lnTo>
                  <a:pt x="1411" y="1438"/>
                </a:lnTo>
                <a:lnTo>
                  <a:pt x="1409" y="1437"/>
                </a:lnTo>
                <a:lnTo>
                  <a:pt x="1408" y="1434"/>
                </a:lnTo>
                <a:lnTo>
                  <a:pt x="1407" y="1432"/>
                </a:lnTo>
                <a:lnTo>
                  <a:pt x="1406" y="1429"/>
                </a:lnTo>
                <a:lnTo>
                  <a:pt x="1405" y="1427"/>
                </a:lnTo>
                <a:lnTo>
                  <a:pt x="1403" y="1424"/>
                </a:lnTo>
                <a:lnTo>
                  <a:pt x="1403" y="1422"/>
                </a:lnTo>
                <a:lnTo>
                  <a:pt x="1401" y="1417"/>
                </a:lnTo>
                <a:lnTo>
                  <a:pt x="1400" y="1410"/>
                </a:lnTo>
                <a:lnTo>
                  <a:pt x="1398" y="1406"/>
                </a:lnTo>
                <a:lnTo>
                  <a:pt x="1397" y="1399"/>
                </a:lnTo>
                <a:lnTo>
                  <a:pt x="1397" y="1395"/>
                </a:lnTo>
                <a:lnTo>
                  <a:pt x="1397" y="1391"/>
                </a:lnTo>
                <a:lnTo>
                  <a:pt x="1398" y="1387"/>
                </a:lnTo>
                <a:lnTo>
                  <a:pt x="1400" y="1380"/>
                </a:lnTo>
                <a:lnTo>
                  <a:pt x="1400" y="1378"/>
                </a:lnTo>
                <a:lnTo>
                  <a:pt x="1401" y="1374"/>
                </a:lnTo>
                <a:lnTo>
                  <a:pt x="1402" y="1371"/>
                </a:lnTo>
                <a:lnTo>
                  <a:pt x="1405" y="1365"/>
                </a:lnTo>
                <a:lnTo>
                  <a:pt x="1407" y="1362"/>
                </a:lnTo>
                <a:lnTo>
                  <a:pt x="1408" y="1360"/>
                </a:lnTo>
                <a:lnTo>
                  <a:pt x="1409" y="1359"/>
                </a:lnTo>
                <a:lnTo>
                  <a:pt x="1411" y="1356"/>
                </a:lnTo>
                <a:lnTo>
                  <a:pt x="1413" y="1355"/>
                </a:lnTo>
                <a:lnTo>
                  <a:pt x="1418" y="1350"/>
                </a:lnTo>
                <a:lnTo>
                  <a:pt x="1420" y="1345"/>
                </a:lnTo>
                <a:lnTo>
                  <a:pt x="1424" y="1343"/>
                </a:lnTo>
                <a:lnTo>
                  <a:pt x="1426" y="1341"/>
                </a:lnTo>
                <a:lnTo>
                  <a:pt x="1427" y="1340"/>
                </a:lnTo>
                <a:lnTo>
                  <a:pt x="1430" y="1339"/>
                </a:lnTo>
                <a:lnTo>
                  <a:pt x="1432" y="1338"/>
                </a:lnTo>
                <a:lnTo>
                  <a:pt x="1434" y="1337"/>
                </a:lnTo>
                <a:lnTo>
                  <a:pt x="1431" y="1335"/>
                </a:lnTo>
                <a:lnTo>
                  <a:pt x="1430" y="1334"/>
                </a:lnTo>
                <a:lnTo>
                  <a:pt x="1427" y="1332"/>
                </a:lnTo>
                <a:lnTo>
                  <a:pt x="1424" y="1328"/>
                </a:lnTo>
                <a:lnTo>
                  <a:pt x="1423" y="1327"/>
                </a:lnTo>
                <a:lnTo>
                  <a:pt x="1421" y="1324"/>
                </a:lnTo>
                <a:lnTo>
                  <a:pt x="1421" y="1323"/>
                </a:lnTo>
                <a:lnTo>
                  <a:pt x="1420" y="1321"/>
                </a:lnTo>
                <a:lnTo>
                  <a:pt x="1419" y="1317"/>
                </a:lnTo>
                <a:lnTo>
                  <a:pt x="1419" y="1313"/>
                </a:lnTo>
                <a:lnTo>
                  <a:pt x="1419" y="1310"/>
                </a:lnTo>
                <a:lnTo>
                  <a:pt x="1420" y="1307"/>
                </a:lnTo>
                <a:lnTo>
                  <a:pt x="1420" y="1306"/>
                </a:lnTo>
                <a:lnTo>
                  <a:pt x="1421" y="1304"/>
                </a:lnTo>
                <a:lnTo>
                  <a:pt x="1423" y="1301"/>
                </a:lnTo>
                <a:lnTo>
                  <a:pt x="1424" y="1299"/>
                </a:lnTo>
                <a:lnTo>
                  <a:pt x="1425" y="1298"/>
                </a:lnTo>
                <a:lnTo>
                  <a:pt x="1426" y="1294"/>
                </a:lnTo>
                <a:lnTo>
                  <a:pt x="1427" y="1293"/>
                </a:lnTo>
                <a:lnTo>
                  <a:pt x="1430" y="1291"/>
                </a:lnTo>
                <a:lnTo>
                  <a:pt x="1432" y="1288"/>
                </a:lnTo>
                <a:lnTo>
                  <a:pt x="1438" y="1282"/>
                </a:lnTo>
                <a:lnTo>
                  <a:pt x="1444" y="1276"/>
                </a:lnTo>
                <a:lnTo>
                  <a:pt x="1447" y="1272"/>
                </a:lnTo>
                <a:lnTo>
                  <a:pt x="1456" y="1265"/>
                </a:lnTo>
                <a:lnTo>
                  <a:pt x="1453" y="1263"/>
                </a:lnTo>
                <a:lnTo>
                  <a:pt x="1452" y="1261"/>
                </a:lnTo>
                <a:lnTo>
                  <a:pt x="1449" y="1260"/>
                </a:lnTo>
                <a:lnTo>
                  <a:pt x="1446" y="1256"/>
                </a:lnTo>
                <a:lnTo>
                  <a:pt x="1437" y="1249"/>
                </a:lnTo>
                <a:lnTo>
                  <a:pt x="1435" y="1245"/>
                </a:lnTo>
                <a:lnTo>
                  <a:pt x="1432" y="1243"/>
                </a:lnTo>
                <a:lnTo>
                  <a:pt x="1431" y="1240"/>
                </a:lnTo>
                <a:lnTo>
                  <a:pt x="1430" y="1238"/>
                </a:lnTo>
                <a:lnTo>
                  <a:pt x="1430" y="1236"/>
                </a:lnTo>
                <a:lnTo>
                  <a:pt x="1427" y="1234"/>
                </a:lnTo>
                <a:lnTo>
                  <a:pt x="1427" y="1233"/>
                </a:lnTo>
                <a:lnTo>
                  <a:pt x="1426" y="1230"/>
                </a:lnTo>
                <a:lnTo>
                  <a:pt x="1425" y="1228"/>
                </a:lnTo>
                <a:lnTo>
                  <a:pt x="1424" y="1225"/>
                </a:lnTo>
                <a:lnTo>
                  <a:pt x="1423" y="1223"/>
                </a:lnTo>
                <a:lnTo>
                  <a:pt x="1420" y="1219"/>
                </a:lnTo>
                <a:lnTo>
                  <a:pt x="1419" y="1217"/>
                </a:lnTo>
                <a:lnTo>
                  <a:pt x="1418" y="1212"/>
                </a:lnTo>
                <a:lnTo>
                  <a:pt x="1418" y="1211"/>
                </a:lnTo>
                <a:lnTo>
                  <a:pt x="1417" y="1208"/>
                </a:lnTo>
                <a:lnTo>
                  <a:pt x="1417" y="1207"/>
                </a:lnTo>
                <a:lnTo>
                  <a:pt x="1415" y="1205"/>
                </a:lnTo>
                <a:lnTo>
                  <a:pt x="1414" y="1201"/>
                </a:lnTo>
                <a:lnTo>
                  <a:pt x="1414" y="1199"/>
                </a:lnTo>
                <a:lnTo>
                  <a:pt x="1413" y="1196"/>
                </a:lnTo>
                <a:lnTo>
                  <a:pt x="1413" y="1193"/>
                </a:lnTo>
                <a:lnTo>
                  <a:pt x="1412" y="1185"/>
                </a:lnTo>
                <a:lnTo>
                  <a:pt x="1411" y="1178"/>
                </a:lnTo>
                <a:lnTo>
                  <a:pt x="1411" y="1171"/>
                </a:lnTo>
                <a:lnTo>
                  <a:pt x="1411" y="1166"/>
                </a:lnTo>
                <a:lnTo>
                  <a:pt x="1411" y="1163"/>
                </a:lnTo>
                <a:lnTo>
                  <a:pt x="1411" y="1157"/>
                </a:lnTo>
                <a:lnTo>
                  <a:pt x="1412" y="1152"/>
                </a:lnTo>
                <a:lnTo>
                  <a:pt x="1412" y="1149"/>
                </a:lnTo>
                <a:lnTo>
                  <a:pt x="1415" y="1139"/>
                </a:lnTo>
                <a:lnTo>
                  <a:pt x="1415" y="1136"/>
                </a:lnTo>
                <a:lnTo>
                  <a:pt x="1415" y="1134"/>
                </a:lnTo>
                <a:lnTo>
                  <a:pt x="1417" y="1133"/>
                </a:lnTo>
                <a:lnTo>
                  <a:pt x="1417" y="1132"/>
                </a:lnTo>
                <a:lnTo>
                  <a:pt x="1418" y="1129"/>
                </a:lnTo>
                <a:lnTo>
                  <a:pt x="1418" y="1127"/>
                </a:lnTo>
                <a:lnTo>
                  <a:pt x="1419" y="1124"/>
                </a:lnTo>
                <a:lnTo>
                  <a:pt x="1420" y="1122"/>
                </a:lnTo>
                <a:lnTo>
                  <a:pt x="1421" y="1118"/>
                </a:lnTo>
                <a:lnTo>
                  <a:pt x="1423" y="1117"/>
                </a:lnTo>
                <a:lnTo>
                  <a:pt x="1425" y="1112"/>
                </a:lnTo>
                <a:lnTo>
                  <a:pt x="1426" y="1111"/>
                </a:lnTo>
                <a:lnTo>
                  <a:pt x="1427" y="1108"/>
                </a:lnTo>
                <a:lnTo>
                  <a:pt x="1429" y="1107"/>
                </a:lnTo>
                <a:lnTo>
                  <a:pt x="1431" y="1106"/>
                </a:lnTo>
                <a:lnTo>
                  <a:pt x="1432" y="1103"/>
                </a:lnTo>
                <a:lnTo>
                  <a:pt x="1436" y="1099"/>
                </a:lnTo>
                <a:lnTo>
                  <a:pt x="1440" y="1095"/>
                </a:lnTo>
                <a:lnTo>
                  <a:pt x="1441" y="1094"/>
                </a:lnTo>
                <a:lnTo>
                  <a:pt x="1444" y="1090"/>
                </a:lnTo>
                <a:lnTo>
                  <a:pt x="1447" y="1088"/>
                </a:lnTo>
                <a:lnTo>
                  <a:pt x="1448" y="1088"/>
                </a:lnTo>
                <a:lnTo>
                  <a:pt x="1450" y="1086"/>
                </a:lnTo>
                <a:lnTo>
                  <a:pt x="1453" y="1085"/>
                </a:lnTo>
                <a:lnTo>
                  <a:pt x="1458" y="1083"/>
                </a:lnTo>
                <a:lnTo>
                  <a:pt x="1459" y="1081"/>
                </a:lnTo>
                <a:lnTo>
                  <a:pt x="1461" y="1080"/>
                </a:lnTo>
                <a:lnTo>
                  <a:pt x="1464" y="1079"/>
                </a:lnTo>
                <a:lnTo>
                  <a:pt x="1466" y="1078"/>
                </a:lnTo>
                <a:lnTo>
                  <a:pt x="1469" y="1077"/>
                </a:lnTo>
                <a:lnTo>
                  <a:pt x="1471" y="1077"/>
                </a:lnTo>
                <a:lnTo>
                  <a:pt x="1472" y="1075"/>
                </a:lnTo>
                <a:lnTo>
                  <a:pt x="1475" y="1075"/>
                </a:lnTo>
                <a:lnTo>
                  <a:pt x="1477" y="1074"/>
                </a:lnTo>
                <a:lnTo>
                  <a:pt x="1479" y="1074"/>
                </a:lnTo>
                <a:lnTo>
                  <a:pt x="1482" y="1073"/>
                </a:lnTo>
                <a:lnTo>
                  <a:pt x="1485" y="1073"/>
                </a:lnTo>
                <a:lnTo>
                  <a:pt x="1490" y="1073"/>
                </a:lnTo>
                <a:lnTo>
                  <a:pt x="1510" y="1072"/>
                </a:lnTo>
                <a:lnTo>
                  <a:pt x="1515" y="1073"/>
                </a:lnTo>
                <a:lnTo>
                  <a:pt x="1517" y="1073"/>
                </a:lnTo>
                <a:lnTo>
                  <a:pt x="1519" y="1073"/>
                </a:lnTo>
                <a:lnTo>
                  <a:pt x="1522" y="1074"/>
                </a:lnTo>
                <a:lnTo>
                  <a:pt x="1524" y="1074"/>
                </a:lnTo>
                <a:lnTo>
                  <a:pt x="1525" y="1075"/>
                </a:lnTo>
                <a:lnTo>
                  <a:pt x="1528" y="1075"/>
                </a:lnTo>
                <a:lnTo>
                  <a:pt x="1531" y="1077"/>
                </a:lnTo>
                <a:lnTo>
                  <a:pt x="1534" y="1078"/>
                </a:lnTo>
                <a:lnTo>
                  <a:pt x="1537" y="1080"/>
                </a:lnTo>
                <a:lnTo>
                  <a:pt x="1542" y="1083"/>
                </a:lnTo>
                <a:lnTo>
                  <a:pt x="1544" y="1084"/>
                </a:lnTo>
                <a:lnTo>
                  <a:pt x="1547" y="1085"/>
                </a:lnTo>
                <a:lnTo>
                  <a:pt x="1548" y="1088"/>
                </a:lnTo>
                <a:lnTo>
                  <a:pt x="1550" y="1088"/>
                </a:lnTo>
                <a:lnTo>
                  <a:pt x="1629" y="1089"/>
                </a:lnTo>
                <a:close/>
                <a:moveTo>
                  <a:pt x="1345" y="1204"/>
                </a:moveTo>
                <a:lnTo>
                  <a:pt x="1175" y="1244"/>
                </a:lnTo>
                <a:lnTo>
                  <a:pt x="1176" y="1249"/>
                </a:lnTo>
                <a:lnTo>
                  <a:pt x="1177" y="1254"/>
                </a:lnTo>
                <a:lnTo>
                  <a:pt x="1177" y="1256"/>
                </a:lnTo>
                <a:lnTo>
                  <a:pt x="1178" y="1261"/>
                </a:lnTo>
                <a:lnTo>
                  <a:pt x="1180" y="1266"/>
                </a:lnTo>
                <a:lnTo>
                  <a:pt x="1180" y="1267"/>
                </a:lnTo>
                <a:lnTo>
                  <a:pt x="1181" y="1269"/>
                </a:lnTo>
                <a:lnTo>
                  <a:pt x="1181" y="1271"/>
                </a:lnTo>
                <a:lnTo>
                  <a:pt x="1183" y="1277"/>
                </a:lnTo>
                <a:lnTo>
                  <a:pt x="1185" y="1279"/>
                </a:lnTo>
                <a:lnTo>
                  <a:pt x="1186" y="1283"/>
                </a:lnTo>
                <a:lnTo>
                  <a:pt x="1187" y="1287"/>
                </a:lnTo>
                <a:lnTo>
                  <a:pt x="1189" y="1291"/>
                </a:lnTo>
                <a:lnTo>
                  <a:pt x="1192" y="1294"/>
                </a:lnTo>
                <a:lnTo>
                  <a:pt x="1193" y="1296"/>
                </a:lnTo>
                <a:lnTo>
                  <a:pt x="1194" y="1298"/>
                </a:lnTo>
                <a:lnTo>
                  <a:pt x="1195" y="1300"/>
                </a:lnTo>
                <a:lnTo>
                  <a:pt x="1197" y="1301"/>
                </a:lnTo>
                <a:lnTo>
                  <a:pt x="1199" y="1304"/>
                </a:lnTo>
                <a:lnTo>
                  <a:pt x="1201" y="1307"/>
                </a:lnTo>
                <a:lnTo>
                  <a:pt x="1203" y="1308"/>
                </a:lnTo>
                <a:lnTo>
                  <a:pt x="1205" y="1311"/>
                </a:lnTo>
                <a:lnTo>
                  <a:pt x="1209" y="1315"/>
                </a:lnTo>
                <a:lnTo>
                  <a:pt x="1211" y="1317"/>
                </a:lnTo>
                <a:lnTo>
                  <a:pt x="1214" y="1318"/>
                </a:lnTo>
                <a:lnTo>
                  <a:pt x="1215" y="1319"/>
                </a:lnTo>
                <a:lnTo>
                  <a:pt x="1217" y="1319"/>
                </a:lnTo>
                <a:lnTo>
                  <a:pt x="1220" y="1322"/>
                </a:lnTo>
                <a:lnTo>
                  <a:pt x="1223" y="1323"/>
                </a:lnTo>
                <a:lnTo>
                  <a:pt x="1226" y="1323"/>
                </a:lnTo>
                <a:lnTo>
                  <a:pt x="1229" y="1326"/>
                </a:lnTo>
                <a:lnTo>
                  <a:pt x="1232" y="1326"/>
                </a:lnTo>
                <a:lnTo>
                  <a:pt x="1237" y="1327"/>
                </a:lnTo>
                <a:lnTo>
                  <a:pt x="1241" y="1328"/>
                </a:lnTo>
                <a:lnTo>
                  <a:pt x="1247" y="1329"/>
                </a:lnTo>
                <a:lnTo>
                  <a:pt x="1252" y="1329"/>
                </a:lnTo>
                <a:lnTo>
                  <a:pt x="1259" y="1329"/>
                </a:lnTo>
                <a:lnTo>
                  <a:pt x="1272" y="1328"/>
                </a:lnTo>
                <a:lnTo>
                  <a:pt x="1274" y="1327"/>
                </a:lnTo>
                <a:lnTo>
                  <a:pt x="1276" y="1327"/>
                </a:lnTo>
                <a:lnTo>
                  <a:pt x="1280" y="1326"/>
                </a:lnTo>
                <a:lnTo>
                  <a:pt x="1281" y="1326"/>
                </a:lnTo>
                <a:lnTo>
                  <a:pt x="1284" y="1324"/>
                </a:lnTo>
                <a:lnTo>
                  <a:pt x="1285" y="1324"/>
                </a:lnTo>
                <a:lnTo>
                  <a:pt x="1288" y="1323"/>
                </a:lnTo>
                <a:lnTo>
                  <a:pt x="1291" y="1322"/>
                </a:lnTo>
                <a:lnTo>
                  <a:pt x="1296" y="1319"/>
                </a:lnTo>
                <a:lnTo>
                  <a:pt x="1299" y="1318"/>
                </a:lnTo>
                <a:lnTo>
                  <a:pt x="1302" y="1316"/>
                </a:lnTo>
                <a:lnTo>
                  <a:pt x="1303" y="1315"/>
                </a:lnTo>
                <a:lnTo>
                  <a:pt x="1305" y="1313"/>
                </a:lnTo>
                <a:lnTo>
                  <a:pt x="1307" y="1311"/>
                </a:lnTo>
                <a:lnTo>
                  <a:pt x="1311" y="1307"/>
                </a:lnTo>
                <a:lnTo>
                  <a:pt x="1316" y="1304"/>
                </a:lnTo>
                <a:lnTo>
                  <a:pt x="1317" y="1302"/>
                </a:lnTo>
                <a:lnTo>
                  <a:pt x="1321" y="1298"/>
                </a:lnTo>
                <a:lnTo>
                  <a:pt x="1322" y="1296"/>
                </a:lnTo>
                <a:lnTo>
                  <a:pt x="1326" y="1293"/>
                </a:lnTo>
                <a:lnTo>
                  <a:pt x="1328" y="1291"/>
                </a:lnTo>
                <a:lnTo>
                  <a:pt x="1330" y="1290"/>
                </a:lnTo>
                <a:lnTo>
                  <a:pt x="1333" y="1288"/>
                </a:lnTo>
                <a:lnTo>
                  <a:pt x="1337" y="1288"/>
                </a:lnTo>
                <a:lnTo>
                  <a:pt x="1339" y="1288"/>
                </a:lnTo>
                <a:lnTo>
                  <a:pt x="1342" y="1290"/>
                </a:lnTo>
                <a:lnTo>
                  <a:pt x="1343" y="1290"/>
                </a:lnTo>
                <a:lnTo>
                  <a:pt x="1344" y="1293"/>
                </a:lnTo>
                <a:lnTo>
                  <a:pt x="1344" y="1294"/>
                </a:lnTo>
                <a:lnTo>
                  <a:pt x="1345" y="1296"/>
                </a:lnTo>
                <a:lnTo>
                  <a:pt x="1345" y="1299"/>
                </a:lnTo>
                <a:lnTo>
                  <a:pt x="1344" y="1304"/>
                </a:lnTo>
                <a:lnTo>
                  <a:pt x="1343" y="1308"/>
                </a:lnTo>
                <a:lnTo>
                  <a:pt x="1342" y="1311"/>
                </a:lnTo>
                <a:lnTo>
                  <a:pt x="1340" y="1313"/>
                </a:lnTo>
                <a:lnTo>
                  <a:pt x="1339" y="1316"/>
                </a:lnTo>
                <a:lnTo>
                  <a:pt x="1338" y="1318"/>
                </a:lnTo>
                <a:lnTo>
                  <a:pt x="1336" y="1322"/>
                </a:lnTo>
                <a:lnTo>
                  <a:pt x="1334" y="1322"/>
                </a:lnTo>
                <a:lnTo>
                  <a:pt x="1333" y="1324"/>
                </a:lnTo>
                <a:lnTo>
                  <a:pt x="1331" y="1327"/>
                </a:lnTo>
                <a:lnTo>
                  <a:pt x="1328" y="1330"/>
                </a:lnTo>
                <a:lnTo>
                  <a:pt x="1322" y="1337"/>
                </a:lnTo>
                <a:lnTo>
                  <a:pt x="1319" y="1340"/>
                </a:lnTo>
                <a:lnTo>
                  <a:pt x="1316" y="1344"/>
                </a:lnTo>
                <a:lnTo>
                  <a:pt x="1313" y="1346"/>
                </a:lnTo>
                <a:lnTo>
                  <a:pt x="1310" y="1348"/>
                </a:lnTo>
                <a:lnTo>
                  <a:pt x="1309" y="1349"/>
                </a:lnTo>
                <a:lnTo>
                  <a:pt x="1307" y="1351"/>
                </a:lnTo>
                <a:lnTo>
                  <a:pt x="1304" y="1351"/>
                </a:lnTo>
                <a:lnTo>
                  <a:pt x="1302" y="1352"/>
                </a:lnTo>
                <a:lnTo>
                  <a:pt x="1298" y="1355"/>
                </a:lnTo>
                <a:lnTo>
                  <a:pt x="1296" y="1356"/>
                </a:lnTo>
                <a:lnTo>
                  <a:pt x="1291" y="1359"/>
                </a:lnTo>
                <a:lnTo>
                  <a:pt x="1288" y="1360"/>
                </a:lnTo>
                <a:lnTo>
                  <a:pt x="1287" y="1361"/>
                </a:lnTo>
                <a:lnTo>
                  <a:pt x="1284" y="1362"/>
                </a:lnTo>
                <a:lnTo>
                  <a:pt x="1280" y="1363"/>
                </a:lnTo>
                <a:lnTo>
                  <a:pt x="1279" y="1363"/>
                </a:lnTo>
                <a:lnTo>
                  <a:pt x="1276" y="1365"/>
                </a:lnTo>
                <a:lnTo>
                  <a:pt x="1275" y="1365"/>
                </a:lnTo>
                <a:lnTo>
                  <a:pt x="1270" y="1366"/>
                </a:lnTo>
                <a:lnTo>
                  <a:pt x="1264" y="1367"/>
                </a:lnTo>
                <a:lnTo>
                  <a:pt x="1258" y="1368"/>
                </a:lnTo>
                <a:lnTo>
                  <a:pt x="1250" y="1370"/>
                </a:lnTo>
                <a:lnTo>
                  <a:pt x="1240" y="1368"/>
                </a:lnTo>
                <a:lnTo>
                  <a:pt x="1233" y="1367"/>
                </a:lnTo>
                <a:lnTo>
                  <a:pt x="1226" y="1367"/>
                </a:lnTo>
                <a:lnTo>
                  <a:pt x="1223" y="1366"/>
                </a:lnTo>
                <a:lnTo>
                  <a:pt x="1221" y="1366"/>
                </a:lnTo>
                <a:lnTo>
                  <a:pt x="1218" y="1366"/>
                </a:lnTo>
                <a:lnTo>
                  <a:pt x="1216" y="1365"/>
                </a:lnTo>
                <a:lnTo>
                  <a:pt x="1215" y="1365"/>
                </a:lnTo>
                <a:lnTo>
                  <a:pt x="1212" y="1363"/>
                </a:lnTo>
                <a:lnTo>
                  <a:pt x="1211" y="1363"/>
                </a:lnTo>
                <a:lnTo>
                  <a:pt x="1209" y="1362"/>
                </a:lnTo>
                <a:lnTo>
                  <a:pt x="1206" y="1361"/>
                </a:lnTo>
                <a:lnTo>
                  <a:pt x="1203" y="1360"/>
                </a:lnTo>
                <a:lnTo>
                  <a:pt x="1200" y="1359"/>
                </a:lnTo>
                <a:lnTo>
                  <a:pt x="1197" y="1356"/>
                </a:lnTo>
                <a:lnTo>
                  <a:pt x="1192" y="1354"/>
                </a:lnTo>
                <a:lnTo>
                  <a:pt x="1191" y="1352"/>
                </a:lnTo>
                <a:lnTo>
                  <a:pt x="1188" y="1351"/>
                </a:lnTo>
                <a:lnTo>
                  <a:pt x="1187" y="1351"/>
                </a:lnTo>
                <a:lnTo>
                  <a:pt x="1186" y="1349"/>
                </a:lnTo>
                <a:lnTo>
                  <a:pt x="1183" y="1348"/>
                </a:lnTo>
                <a:lnTo>
                  <a:pt x="1181" y="1345"/>
                </a:lnTo>
                <a:lnTo>
                  <a:pt x="1174" y="1339"/>
                </a:lnTo>
                <a:lnTo>
                  <a:pt x="1168" y="1333"/>
                </a:lnTo>
                <a:lnTo>
                  <a:pt x="1165" y="1329"/>
                </a:lnTo>
                <a:lnTo>
                  <a:pt x="1163" y="1327"/>
                </a:lnTo>
                <a:lnTo>
                  <a:pt x="1162" y="1324"/>
                </a:lnTo>
                <a:lnTo>
                  <a:pt x="1160" y="1323"/>
                </a:lnTo>
                <a:lnTo>
                  <a:pt x="1159" y="1322"/>
                </a:lnTo>
                <a:lnTo>
                  <a:pt x="1158" y="1319"/>
                </a:lnTo>
                <a:lnTo>
                  <a:pt x="1157" y="1318"/>
                </a:lnTo>
                <a:lnTo>
                  <a:pt x="1156" y="1316"/>
                </a:lnTo>
                <a:lnTo>
                  <a:pt x="1154" y="1312"/>
                </a:lnTo>
                <a:lnTo>
                  <a:pt x="1153" y="1311"/>
                </a:lnTo>
                <a:lnTo>
                  <a:pt x="1152" y="1308"/>
                </a:lnTo>
                <a:lnTo>
                  <a:pt x="1151" y="1306"/>
                </a:lnTo>
                <a:lnTo>
                  <a:pt x="1149" y="1304"/>
                </a:lnTo>
                <a:lnTo>
                  <a:pt x="1147" y="1299"/>
                </a:lnTo>
                <a:lnTo>
                  <a:pt x="1147" y="1298"/>
                </a:lnTo>
                <a:lnTo>
                  <a:pt x="1146" y="1295"/>
                </a:lnTo>
                <a:lnTo>
                  <a:pt x="1145" y="1293"/>
                </a:lnTo>
                <a:lnTo>
                  <a:pt x="1142" y="1287"/>
                </a:lnTo>
                <a:lnTo>
                  <a:pt x="1135" y="1262"/>
                </a:lnTo>
                <a:lnTo>
                  <a:pt x="1135" y="1256"/>
                </a:lnTo>
                <a:lnTo>
                  <a:pt x="1134" y="1252"/>
                </a:lnTo>
                <a:lnTo>
                  <a:pt x="1134" y="1249"/>
                </a:lnTo>
                <a:lnTo>
                  <a:pt x="1133" y="1244"/>
                </a:lnTo>
                <a:lnTo>
                  <a:pt x="1133" y="1239"/>
                </a:lnTo>
                <a:lnTo>
                  <a:pt x="1131" y="1232"/>
                </a:lnTo>
                <a:lnTo>
                  <a:pt x="1131" y="1227"/>
                </a:lnTo>
                <a:lnTo>
                  <a:pt x="1131" y="1219"/>
                </a:lnTo>
                <a:lnTo>
                  <a:pt x="1131" y="1213"/>
                </a:lnTo>
                <a:lnTo>
                  <a:pt x="1131" y="1208"/>
                </a:lnTo>
                <a:lnTo>
                  <a:pt x="1133" y="1195"/>
                </a:lnTo>
                <a:lnTo>
                  <a:pt x="1133" y="1191"/>
                </a:lnTo>
                <a:lnTo>
                  <a:pt x="1134" y="1188"/>
                </a:lnTo>
                <a:lnTo>
                  <a:pt x="1134" y="1184"/>
                </a:lnTo>
                <a:lnTo>
                  <a:pt x="1135" y="1182"/>
                </a:lnTo>
                <a:lnTo>
                  <a:pt x="1135" y="1178"/>
                </a:lnTo>
                <a:lnTo>
                  <a:pt x="1136" y="1175"/>
                </a:lnTo>
                <a:lnTo>
                  <a:pt x="1136" y="1173"/>
                </a:lnTo>
                <a:lnTo>
                  <a:pt x="1137" y="1171"/>
                </a:lnTo>
                <a:lnTo>
                  <a:pt x="1139" y="1167"/>
                </a:lnTo>
                <a:lnTo>
                  <a:pt x="1139" y="1164"/>
                </a:lnTo>
                <a:lnTo>
                  <a:pt x="1140" y="1163"/>
                </a:lnTo>
                <a:lnTo>
                  <a:pt x="1140" y="1161"/>
                </a:lnTo>
                <a:lnTo>
                  <a:pt x="1141" y="1160"/>
                </a:lnTo>
                <a:lnTo>
                  <a:pt x="1142" y="1155"/>
                </a:lnTo>
                <a:lnTo>
                  <a:pt x="1143" y="1151"/>
                </a:lnTo>
                <a:lnTo>
                  <a:pt x="1145" y="1149"/>
                </a:lnTo>
                <a:lnTo>
                  <a:pt x="1146" y="1145"/>
                </a:lnTo>
                <a:lnTo>
                  <a:pt x="1148" y="1141"/>
                </a:lnTo>
                <a:lnTo>
                  <a:pt x="1149" y="1139"/>
                </a:lnTo>
                <a:lnTo>
                  <a:pt x="1151" y="1135"/>
                </a:lnTo>
                <a:lnTo>
                  <a:pt x="1153" y="1132"/>
                </a:lnTo>
                <a:lnTo>
                  <a:pt x="1156" y="1128"/>
                </a:lnTo>
                <a:lnTo>
                  <a:pt x="1157" y="1127"/>
                </a:lnTo>
                <a:lnTo>
                  <a:pt x="1157" y="1124"/>
                </a:lnTo>
                <a:lnTo>
                  <a:pt x="1158" y="1123"/>
                </a:lnTo>
                <a:lnTo>
                  <a:pt x="1159" y="1121"/>
                </a:lnTo>
                <a:lnTo>
                  <a:pt x="1160" y="1119"/>
                </a:lnTo>
                <a:lnTo>
                  <a:pt x="1163" y="1118"/>
                </a:lnTo>
                <a:lnTo>
                  <a:pt x="1164" y="1116"/>
                </a:lnTo>
                <a:lnTo>
                  <a:pt x="1168" y="1112"/>
                </a:lnTo>
                <a:lnTo>
                  <a:pt x="1168" y="1111"/>
                </a:lnTo>
                <a:lnTo>
                  <a:pt x="1172" y="1106"/>
                </a:lnTo>
                <a:lnTo>
                  <a:pt x="1175" y="1102"/>
                </a:lnTo>
                <a:lnTo>
                  <a:pt x="1177" y="1102"/>
                </a:lnTo>
                <a:lnTo>
                  <a:pt x="1182" y="1096"/>
                </a:lnTo>
                <a:lnTo>
                  <a:pt x="1185" y="1094"/>
                </a:lnTo>
                <a:lnTo>
                  <a:pt x="1187" y="1092"/>
                </a:lnTo>
                <a:lnTo>
                  <a:pt x="1189" y="1090"/>
                </a:lnTo>
                <a:lnTo>
                  <a:pt x="1191" y="1089"/>
                </a:lnTo>
                <a:lnTo>
                  <a:pt x="1193" y="1089"/>
                </a:lnTo>
                <a:lnTo>
                  <a:pt x="1194" y="1088"/>
                </a:lnTo>
                <a:lnTo>
                  <a:pt x="1197" y="1086"/>
                </a:lnTo>
                <a:lnTo>
                  <a:pt x="1200" y="1085"/>
                </a:lnTo>
                <a:lnTo>
                  <a:pt x="1204" y="1083"/>
                </a:lnTo>
                <a:lnTo>
                  <a:pt x="1207" y="1080"/>
                </a:lnTo>
                <a:lnTo>
                  <a:pt x="1209" y="1080"/>
                </a:lnTo>
                <a:lnTo>
                  <a:pt x="1212" y="1079"/>
                </a:lnTo>
                <a:lnTo>
                  <a:pt x="1215" y="1078"/>
                </a:lnTo>
                <a:lnTo>
                  <a:pt x="1216" y="1077"/>
                </a:lnTo>
                <a:lnTo>
                  <a:pt x="1218" y="1077"/>
                </a:lnTo>
                <a:lnTo>
                  <a:pt x="1220" y="1075"/>
                </a:lnTo>
                <a:lnTo>
                  <a:pt x="1227" y="1074"/>
                </a:lnTo>
                <a:lnTo>
                  <a:pt x="1234" y="1073"/>
                </a:lnTo>
                <a:lnTo>
                  <a:pt x="1249" y="1072"/>
                </a:lnTo>
                <a:lnTo>
                  <a:pt x="1261" y="1073"/>
                </a:lnTo>
                <a:lnTo>
                  <a:pt x="1267" y="1074"/>
                </a:lnTo>
                <a:lnTo>
                  <a:pt x="1272" y="1075"/>
                </a:lnTo>
                <a:lnTo>
                  <a:pt x="1273" y="1075"/>
                </a:lnTo>
                <a:lnTo>
                  <a:pt x="1274" y="1077"/>
                </a:lnTo>
                <a:lnTo>
                  <a:pt x="1276" y="1077"/>
                </a:lnTo>
                <a:lnTo>
                  <a:pt x="1280" y="1078"/>
                </a:lnTo>
                <a:lnTo>
                  <a:pt x="1282" y="1079"/>
                </a:lnTo>
                <a:lnTo>
                  <a:pt x="1284" y="1080"/>
                </a:lnTo>
                <a:lnTo>
                  <a:pt x="1286" y="1081"/>
                </a:lnTo>
                <a:lnTo>
                  <a:pt x="1287" y="1083"/>
                </a:lnTo>
                <a:lnTo>
                  <a:pt x="1291" y="1084"/>
                </a:lnTo>
                <a:lnTo>
                  <a:pt x="1293" y="1085"/>
                </a:lnTo>
                <a:lnTo>
                  <a:pt x="1295" y="1086"/>
                </a:lnTo>
                <a:lnTo>
                  <a:pt x="1297" y="1088"/>
                </a:lnTo>
                <a:lnTo>
                  <a:pt x="1298" y="1089"/>
                </a:lnTo>
                <a:lnTo>
                  <a:pt x="1301" y="1091"/>
                </a:lnTo>
                <a:lnTo>
                  <a:pt x="1307" y="1097"/>
                </a:lnTo>
                <a:lnTo>
                  <a:pt x="1311" y="1102"/>
                </a:lnTo>
                <a:lnTo>
                  <a:pt x="1314" y="1105"/>
                </a:lnTo>
                <a:lnTo>
                  <a:pt x="1316" y="1107"/>
                </a:lnTo>
                <a:lnTo>
                  <a:pt x="1317" y="1110"/>
                </a:lnTo>
                <a:lnTo>
                  <a:pt x="1319" y="1111"/>
                </a:lnTo>
                <a:lnTo>
                  <a:pt x="1320" y="1113"/>
                </a:lnTo>
                <a:lnTo>
                  <a:pt x="1320" y="1116"/>
                </a:lnTo>
                <a:lnTo>
                  <a:pt x="1322" y="1118"/>
                </a:lnTo>
                <a:lnTo>
                  <a:pt x="1324" y="1119"/>
                </a:lnTo>
                <a:lnTo>
                  <a:pt x="1325" y="1122"/>
                </a:lnTo>
                <a:lnTo>
                  <a:pt x="1326" y="1124"/>
                </a:lnTo>
                <a:lnTo>
                  <a:pt x="1327" y="1127"/>
                </a:lnTo>
                <a:lnTo>
                  <a:pt x="1328" y="1130"/>
                </a:lnTo>
                <a:lnTo>
                  <a:pt x="1330" y="1132"/>
                </a:lnTo>
                <a:lnTo>
                  <a:pt x="1331" y="1136"/>
                </a:lnTo>
                <a:lnTo>
                  <a:pt x="1331" y="1138"/>
                </a:lnTo>
                <a:lnTo>
                  <a:pt x="1333" y="1143"/>
                </a:lnTo>
                <a:lnTo>
                  <a:pt x="1333" y="1145"/>
                </a:lnTo>
                <a:lnTo>
                  <a:pt x="1334" y="1146"/>
                </a:lnTo>
                <a:lnTo>
                  <a:pt x="1334" y="1147"/>
                </a:lnTo>
                <a:lnTo>
                  <a:pt x="1336" y="1150"/>
                </a:lnTo>
                <a:lnTo>
                  <a:pt x="1337" y="1153"/>
                </a:lnTo>
                <a:lnTo>
                  <a:pt x="1338" y="1158"/>
                </a:lnTo>
                <a:lnTo>
                  <a:pt x="1338" y="1161"/>
                </a:lnTo>
                <a:lnTo>
                  <a:pt x="1339" y="1163"/>
                </a:lnTo>
                <a:lnTo>
                  <a:pt x="1339" y="1166"/>
                </a:lnTo>
                <a:lnTo>
                  <a:pt x="1340" y="1169"/>
                </a:lnTo>
                <a:lnTo>
                  <a:pt x="1340" y="1172"/>
                </a:lnTo>
                <a:lnTo>
                  <a:pt x="1342" y="1175"/>
                </a:lnTo>
                <a:lnTo>
                  <a:pt x="1343" y="1183"/>
                </a:lnTo>
                <a:lnTo>
                  <a:pt x="1343" y="1186"/>
                </a:lnTo>
                <a:lnTo>
                  <a:pt x="1344" y="1193"/>
                </a:lnTo>
                <a:lnTo>
                  <a:pt x="1345" y="1204"/>
                </a:lnTo>
                <a:close/>
                <a:moveTo>
                  <a:pt x="835" y="1365"/>
                </a:moveTo>
                <a:lnTo>
                  <a:pt x="835" y="1332"/>
                </a:lnTo>
                <a:lnTo>
                  <a:pt x="832" y="1335"/>
                </a:lnTo>
                <a:lnTo>
                  <a:pt x="829" y="1339"/>
                </a:lnTo>
                <a:lnTo>
                  <a:pt x="820" y="1351"/>
                </a:lnTo>
                <a:lnTo>
                  <a:pt x="816" y="1352"/>
                </a:lnTo>
                <a:lnTo>
                  <a:pt x="813" y="1355"/>
                </a:lnTo>
                <a:lnTo>
                  <a:pt x="812" y="1356"/>
                </a:lnTo>
                <a:lnTo>
                  <a:pt x="810" y="1357"/>
                </a:lnTo>
                <a:lnTo>
                  <a:pt x="809" y="1357"/>
                </a:lnTo>
                <a:lnTo>
                  <a:pt x="804" y="1360"/>
                </a:lnTo>
                <a:lnTo>
                  <a:pt x="801" y="1361"/>
                </a:lnTo>
                <a:lnTo>
                  <a:pt x="798" y="1363"/>
                </a:lnTo>
                <a:lnTo>
                  <a:pt x="794" y="1365"/>
                </a:lnTo>
                <a:lnTo>
                  <a:pt x="789" y="1366"/>
                </a:lnTo>
                <a:lnTo>
                  <a:pt x="788" y="1366"/>
                </a:lnTo>
                <a:lnTo>
                  <a:pt x="784" y="1367"/>
                </a:lnTo>
                <a:lnTo>
                  <a:pt x="777" y="1368"/>
                </a:lnTo>
                <a:lnTo>
                  <a:pt x="769" y="1368"/>
                </a:lnTo>
                <a:lnTo>
                  <a:pt x="760" y="1368"/>
                </a:lnTo>
                <a:lnTo>
                  <a:pt x="753" y="1366"/>
                </a:lnTo>
                <a:lnTo>
                  <a:pt x="751" y="1366"/>
                </a:lnTo>
                <a:lnTo>
                  <a:pt x="748" y="1366"/>
                </a:lnTo>
                <a:lnTo>
                  <a:pt x="745" y="1365"/>
                </a:lnTo>
                <a:lnTo>
                  <a:pt x="740" y="1363"/>
                </a:lnTo>
                <a:lnTo>
                  <a:pt x="736" y="1361"/>
                </a:lnTo>
                <a:lnTo>
                  <a:pt x="731" y="1359"/>
                </a:lnTo>
                <a:lnTo>
                  <a:pt x="730" y="1357"/>
                </a:lnTo>
                <a:lnTo>
                  <a:pt x="728" y="1356"/>
                </a:lnTo>
                <a:lnTo>
                  <a:pt x="726" y="1355"/>
                </a:lnTo>
                <a:lnTo>
                  <a:pt x="725" y="1354"/>
                </a:lnTo>
                <a:lnTo>
                  <a:pt x="722" y="1350"/>
                </a:lnTo>
                <a:lnTo>
                  <a:pt x="719" y="1349"/>
                </a:lnTo>
                <a:lnTo>
                  <a:pt x="717" y="1348"/>
                </a:lnTo>
                <a:lnTo>
                  <a:pt x="713" y="1343"/>
                </a:lnTo>
                <a:lnTo>
                  <a:pt x="712" y="1340"/>
                </a:lnTo>
                <a:lnTo>
                  <a:pt x="711" y="1339"/>
                </a:lnTo>
                <a:lnTo>
                  <a:pt x="710" y="1337"/>
                </a:lnTo>
                <a:lnTo>
                  <a:pt x="708" y="1335"/>
                </a:lnTo>
                <a:lnTo>
                  <a:pt x="707" y="1332"/>
                </a:lnTo>
                <a:lnTo>
                  <a:pt x="706" y="1330"/>
                </a:lnTo>
                <a:lnTo>
                  <a:pt x="705" y="1327"/>
                </a:lnTo>
                <a:lnTo>
                  <a:pt x="703" y="1324"/>
                </a:lnTo>
                <a:lnTo>
                  <a:pt x="702" y="1322"/>
                </a:lnTo>
                <a:lnTo>
                  <a:pt x="702" y="1319"/>
                </a:lnTo>
                <a:lnTo>
                  <a:pt x="701" y="1318"/>
                </a:lnTo>
                <a:lnTo>
                  <a:pt x="701" y="1316"/>
                </a:lnTo>
                <a:lnTo>
                  <a:pt x="700" y="1313"/>
                </a:lnTo>
                <a:lnTo>
                  <a:pt x="699" y="1308"/>
                </a:lnTo>
                <a:lnTo>
                  <a:pt x="697" y="1302"/>
                </a:lnTo>
                <a:lnTo>
                  <a:pt x="697" y="1296"/>
                </a:lnTo>
                <a:lnTo>
                  <a:pt x="696" y="1289"/>
                </a:lnTo>
                <a:lnTo>
                  <a:pt x="696" y="1279"/>
                </a:lnTo>
                <a:lnTo>
                  <a:pt x="697" y="1274"/>
                </a:lnTo>
                <a:lnTo>
                  <a:pt x="697" y="1271"/>
                </a:lnTo>
                <a:lnTo>
                  <a:pt x="699" y="1267"/>
                </a:lnTo>
                <a:lnTo>
                  <a:pt x="699" y="1265"/>
                </a:lnTo>
                <a:lnTo>
                  <a:pt x="700" y="1263"/>
                </a:lnTo>
                <a:lnTo>
                  <a:pt x="700" y="1261"/>
                </a:lnTo>
                <a:lnTo>
                  <a:pt x="701" y="1257"/>
                </a:lnTo>
                <a:lnTo>
                  <a:pt x="702" y="1254"/>
                </a:lnTo>
                <a:lnTo>
                  <a:pt x="703" y="1251"/>
                </a:lnTo>
                <a:lnTo>
                  <a:pt x="706" y="1247"/>
                </a:lnTo>
                <a:lnTo>
                  <a:pt x="707" y="1243"/>
                </a:lnTo>
                <a:lnTo>
                  <a:pt x="712" y="1236"/>
                </a:lnTo>
                <a:lnTo>
                  <a:pt x="718" y="1230"/>
                </a:lnTo>
                <a:lnTo>
                  <a:pt x="723" y="1224"/>
                </a:lnTo>
                <a:lnTo>
                  <a:pt x="729" y="1219"/>
                </a:lnTo>
                <a:lnTo>
                  <a:pt x="742" y="1210"/>
                </a:lnTo>
                <a:lnTo>
                  <a:pt x="749" y="1206"/>
                </a:lnTo>
                <a:lnTo>
                  <a:pt x="757" y="1202"/>
                </a:lnTo>
                <a:lnTo>
                  <a:pt x="778" y="1195"/>
                </a:lnTo>
                <a:lnTo>
                  <a:pt x="781" y="1195"/>
                </a:lnTo>
                <a:lnTo>
                  <a:pt x="792" y="1193"/>
                </a:lnTo>
                <a:lnTo>
                  <a:pt x="798" y="1191"/>
                </a:lnTo>
                <a:lnTo>
                  <a:pt x="803" y="1190"/>
                </a:lnTo>
                <a:lnTo>
                  <a:pt x="810" y="1190"/>
                </a:lnTo>
                <a:lnTo>
                  <a:pt x="823" y="1186"/>
                </a:lnTo>
                <a:lnTo>
                  <a:pt x="827" y="1186"/>
                </a:lnTo>
                <a:lnTo>
                  <a:pt x="835" y="1185"/>
                </a:lnTo>
                <a:lnTo>
                  <a:pt x="835" y="1173"/>
                </a:lnTo>
                <a:lnTo>
                  <a:pt x="834" y="1163"/>
                </a:lnTo>
                <a:lnTo>
                  <a:pt x="834" y="1152"/>
                </a:lnTo>
                <a:lnTo>
                  <a:pt x="832" y="1144"/>
                </a:lnTo>
                <a:lnTo>
                  <a:pt x="830" y="1140"/>
                </a:lnTo>
                <a:lnTo>
                  <a:pt x="824" y="1127"/>
                </a:lnTo>
                <a:lnTo>
                  <a:pt x="823" y="1124"/>
                </a:lnTo>
                <a:lnTo>
                  <a:pt x="820" y="1122"/>
                </a:lnTo>
                <a:lnTo>
                  <a:pt x="818" y="1121"/>
                </a:lnTo>
                <a:lnTo>
                  <a:pt x="815" y="1117"/>
                </a:lnTo>
                <a:lnTo>
                  <a:pt x="813" y="1116"/>
                </a:lnTo>
                <a:lnTo>
                  <a:pt x="811" y="1116"/>
                </a:lnTo>
                <a:lnTo>
                  <a:pt x="809" y="1114"/>
                </a:lnTo>
                <a:lnTo>
                  <a:pt x="805" y="1112"/>
                </a:lnTo>
                <a:lnTo>
                  <a:pt x="799" y="1110"/>
                </a:lnTo>
                <a:lnTo>
                  <a:pt x="797" y="1110"/>
                </a:lnTo>
                <a:lnTo>
                  <a:pt x="793" y="1108"/>
                </a:lnTo>
                <a:lnTo>
                  <a:pt x="788" y="1107"/>
                </a:lnTo>
                <a:lnTo>
                  <a:pt x="778" y="1107"/>
                </a:lnTo>
                <a:lnTo>
                  <a:pt x="768" y="1108"/>
                </a:lnTo>
                <a:lnTo>
                  <a:pt x="764" y="1110"/>
                </a:lnTo>
                <a:lnTo>
                  <a:pt x="760" y="1112"/>
                </a:lnTo>
                <a:lnTo>
                  <a:pt x="759" y="1113"/>
                </a:lnTo>
                <a:lnTo>
                  <a:pt x="758" y="1114"/>
                </a:lnTo>
                <a:lnTo>
                  <a:pt x="754" y="1117"/>
                </a:lnTo>
                <a:lnTo>
                  <a:pt x="753" y="1118"/>
                </a:lnTo>
                <a:lnTo>
                  <a:pt x="752" y="1121"/>
                </a:lnTo>
                <a:lnTo>
                  <a:pt x="752" y="1123"/>
                </a:lnTo>
                <a:lnTo>
                  <a:pt x="751" y="1125"/>
                </a:lnTo>
                <a:lnTo>
                  <a:pt x="749" y="1129"/>
                </a:lnTo>
                <a:lnTo>
                  <a:pt x="748" y="1130"/>
                </a:lnTo>
                <a:lnTo>
                  <a:pt x="747" y="1134"/>
                </a:lnTo>
                <a:lnTo>
                  <a:pt x="746" y="1135"/>
                </a:lnTo>
                <a:lnTo>
                  <a:pt x="745" y="1138"/>
                </a:lnTo>
                <a:lnTo>
                  <a:pt x="743" y="1141"/>
                </a:lnTo>
                <a:lnTo>
                  <a:pt x="742" y="1145"/>
                </a:lnTo>
                <a:lnTo>
                  <a:pt x="741" y="1146"/>
                </a:lnTo>
                <a:lnTo>
                  <a:pt x="740" y="1149"/>
                </a:lnTo>
                <a:lnTo>
                  <a:pt x="737" y="1155"/>
                </a:lnTo>
                <a:lnTo>
                  <a:pt x="736" y="1157"/>
                </a:lnTo>
                <a:lnTo>
                  <a:pt x="735" y="1158"/>
                </a:lnTo>
                <a:lnTo>
                  <a:pt x="732" y="1161"/>
                </a:lnTo>
                <a:lnTo>
                  <a:pt x="730" y="1162"/>
                </a:lnTo>
                <a:lnTo>
                  <a:pt x="725" y="1164"/>
                </a:lnTo>
                <a:lnTo>
                  <a:pt x="722" y="1164"/>
                </a:lnTo>
                <a:lnTo>
                  <a:pt x="719" y="1164"/>
                </a:lnTo>
                <a:lnTo>
                  <a:pt x="718" y="1163"/>
                </a:lnTo>
                <a:lnTo>
                  <a:pt x="716" y="1162"/>
                </a:lnTo>
                <a:lnTo>
                  <a:pt x="713" y="1160"/>
                </a:lnTo>
                <a:lnTo>
                  <a:pt x="711" y="1155"/>
                </a:lnTo>
                <a:lnTo>
                  <a:pt x="710" y="1151"/>
                </a:lnTo>
                <a:lnTo>
                  <a:pt x="711" y="1146"/>
                </a:lnTo>
                <a:lnTo>
                  <a:pt x="712" y="1140"/>
                </a:lnTo>
                <a:lnTo>
                  <a:pt x="712" y="1134"/>
                </a:lnTo>
                <a:lnTo>
                  <a:pt x="713" y="1132"/>
                </a:lnTo>
                <a:lnTo>
                  <a:pt x="713" y="1129"/>
                </a:lnTo>
                <a:lnTo>
                  <a:pt x="714" y="1125"/>
                </a:lnTo>
                <a:lnTo>
                  <a:pt x="714" y="1123"/>
                </a:lnTo>
                <a:lnTo>
                  <a:pt x="716" y="1121"/>
                </a:lnTo>
                <a:lnTo>
                  <a:pt x="716" y="1117"/>
                </a:lnTo>
                <a:lnTo>
                  <a:pt x="717" y="1116"/>
                </a:lnTo>
                <a:lnTo>
                  <a:pt x="717" y="1112"/>
                </a:lnTo>
                <a:lnTo>
                  <a:pt x="718" y="1110"/>
                </a:lnTo>
                <a:lnTo>
                  <a:pt x="718" y="1107"/>
                </a:lnTo>
                <a:lnTo>
                  <a:pt x="719" y="1103"/>
                </a:lnTo>
                <a:lnTo>
                  <a:pt x="720" y="1096"/>
                </a:lnTo>
                <a:lnTo>
                  <a:pt x="723" y="1084"/>
                </a:lnTo>
                <a:lnTo>
                  <a:pt x="746" y="1077"/>
                </a:lnTo>
                <a:lnTo>
                  <a:pt x="769" y="1073"/>
                </a:lnTo>
                <a:lnTo>
                  <a:pt x="777" y="1073"/>
                </a:lnTo>
                <a:lnTo>
                  <a:pt x="794" y="1073"/>
                </a:lnTo>
                <a:lnTo>
                  <a:pt x="807" y="1074"/>
                </a:lnTo>
                <a:lnTo>
                  <a:pt x="811" y="1075"/>
                </a:lnTo>
                <a:lnTo>
                  <a:pt x="812" y="1077"/>
                </a:lnTo>
                <a:lnTo>
                  <a:pt x="815" y="1077"/>
                </a:lnTo>
                <a:lnTo>
                  <a:pt x="816" y="1078"/>
                </a:lnTo>
                <a:lnTo>
                  <a:pt x="820" y="1079"/>
                </a:lnTo>
                <a:lnTo>
                  <a:pt x="823" y="1080"/>
                </a:lnTo>
                <a:lnTo>
                  <a:pt x="826" y="1081"/>
                </a:lnTo>
                <a:lnTo>
                  <a:pt x="828" y="1083"/>
                </a:lnTo>
                <a:lnTo>
                  <a:pt x="830" y="1084"/>
                </a:lnTo>
                <a:lnTo>
                  <a:pt x="833" y="1085"/>
                </a:lnTo>
                <a:lnTo>
                  <a:pt x="836" y="1088"/>
                </a:lnTo>
                <a:lnTo>
                  <a:pt x="838" y="1088"/>
                </a:lnTo>
                <a:lnTo>
                  <a:pt x="839" y="1089"/>
                </a:lnTo>
                <a:lnTo>
                  <a:pt x="841" y="1091"/>
                </a:lnTo>
                <a:lnTo>
                  <a:pt x="844" y="1094"/>
                </a:lnTo>
                <a:lnTo>
                  <a:pt x="849" y="1097"/>
                </a:lnTo>
                <a:lnTo>
                  <a:pt x="852" y="1101"/>
                </a:lnTo>
                <a:lnTo>
                  <a:pt x="856" y="1106"/>
                </a:lnTo>
                <a:lnTo>
                  <a:pt x="859" y="1111"/>
                </a:lnTo>
                <a:lnTo>
                  <a:pt x="865" y="1122"/>
                </a:lnTo>
                <a:lnTo>
                  <a:pt x="870" y="1133"/>
                </a:lnTo>
                <a:lnTo>
                  <a:pt x="870" y="1135"/>
                </a:lnTo>
                <a:lnTo>
                  <a:pt x="873" y="1140"/>
                </a:lnTo>
                <a:lnTo>
                  <a:pt x="873" y="1145"/>
                </a:lnTo>
                <a:lnTo>
                  <a:pt x="874" y="1156"/>
                </a:lnTo>
                <a:lnTo>
                  <a:pt x="875" y="1167"/>
                </a:lnTo>
                <a:lnTo>
                  <a:pt x="875" y="1179"/>
                </a:lnTo>
                <a:lnTo>
                  <a:pt x="875" y="1249"/>
                </a:lnTo>
                <a:lnTo>
                  <a:pt x="875" y="1304"/>
                </a:lnTo>
                <a:lnTo>
                  <a:pt x="874" y="1316"/>
                </a:lnTo>
                <a:lnTo>
                  <a:pt x="875" y="1322"/>
                </a:lnTo>
                <a:lnTo>
                  <a:pt x="876" y="1327"/>
                </a:lnTo>
                <a:lnTo>
                  <a:pt x="878" y="1328"/>
                </a:lnTo>
                <a:lnTo>
                  <a:pt x="881" y="1332"/>
                </a:lnTo>
                <a:lnTo>
                  <a:pt x="884" y="1332"/>
                </a:lnTo>
                <a:lnTo>
                  <a:pt x="885" y="1332"/>
                </a:lnTo>
                <a:lnTo>
                  <a:pt x="887" y="1333"/>
                </a:lnTo>
                <a:lnTo>
                  <a:pt x="888" y="1333"/>
                </a:lnTo>
                <a:lnTo>
                  <a:pt x="891" y="1334"/>
                </a:lnTo>
                <a:lnTo>
                  <a:pt x="893" y="1334"/>
                </a:lnTo>
                <a:lnTo>
                  <a:pt x="894" y="1335"/>
                </a:lnTo>
                <a:lnTo>
                  <a:pt x="896" y="1335"/>
                </a:lnTo>
                <a:lnTo>
                  <a:pt x="898" y="1337"/>
                </a:lnTo>
                <a:lnTo>
                  <a:pt x="899" y="1337"/>
                </a:lnTo>
                <a:lnTo>
                  <a:pt x="902" y="1337"/>
                </a:lnTo>
                <a:lnTo>
                  <a:pt x="904" y="1338"/>
                </a:lnTo>
                <a:lnTo>
                  <a:pt x="908" y="1339"/>
                </a:lnTo>
                <a:lnTo>
                  <a:pt x="910" y="1340"/>
                </a:lnTo>
                <a:lnTo>
                  <a:pt x="915" y="1344"/>
                </a:lnTo>
                <a:lnTo>
                  <a:pt x="915" y="1345"/>
                </a:lnTo>
                <a:lnTo>
                  <a:pt x="916" y="1346"/>
                </a:lnTo>
                <a:lnTo>
                  <a:pt x="916" y="1350"/>
                </a:lnTo>
                <a:lnTo>
                  <a:pt x="916" y="1354"/>
                </a:lnTo>
                <a:lnTo>
                  <a:pt x="916" y="1356"/>
                </a:lnTo>
                <a:lnTo>
                  <a:pt x="915" y="1359"/>
                </a:lnTo>
                <a:lnTo>
                  <a:pt x="913" y="1361"/>
                </a:lnTo>
                <a:lnTo>
                  <a:pt x="911" y="1362"/>
                </a:lnTo>
                <a:lnTo>
                  <a:pt x="907" y="1363"/>
                </a:lnTo>
                <a:lnTo>
                  <a:pt x="900" y="1365"/>
                </a:lnTo>
                <a:lnTo>
                  <a:pt x="888" y="1365"/>
                </a:lnTo>
                <a:lnTo>
                  <a:pt x="835" y="1365"/>
                </a:lnTo>
                <a:close/>
                <a:moveTo>
                  <a:pt x="2943" y="1329"/>
                </a:moveTo>
                <a:lnTo>
                  <a:pt x="2944" y="1327"/>
                </a:lnTo>
                <a:lnTo>
                  <a:pt x="2944" y="1324"/>
                </a:lnTo>
                <a:lnTo>
                  <a:pt x="2944" y="1278"/>
                </a:lnTo>
                <a:lnTo>
                  <a:pt x="2944" y="1190"/>
                </a:lnTo>
                <a:lnTo>
                  <a:pt x="2946" y="1174"/>
                </a:lnTo>
                <a:lnTo>
                  <a:pt x="2944" y="1158"/>
                </a:lnTo>
                <a:lnTo>
                  <a:pt x="2944" y="1151"/>
                </a:lnTo>
                <a:lnTo>
                  <a:pt x="2943" y="1145"/>
                </a:lnTo>
                <a:lnTo>
                  <a:pt x="2942" y="1141"/>
                </a:lnTo>
                <a:lnTo>
                  <a:pt x="2942" y="1139"/>
                </a:lnTo>
                <a:lnTo>
                  <a:pt x="2940" y="1133"/>
                </a:lnTo>
                <a:lnTo>
                  <a:pt x="2938" y="1132"/>
                </a:lnTo>
                <a:lnTo>
                  <a:pt x="2937" y="1130"/>
                </a:lnTo>
                <a:lnTo>
                  <a:pt x="2934" y="1127"/>
                </a:lnTo>
                <a:lnTo>
                  <a:pt x="2929" y="1122"/>
                </a:lnTo>
                <a:lnTo>
                  <a:pt x="2926" y="1121"/>
                </a:lnTo>
                <a:lnTo>
                  <a:pt x="2925" y="1119"/>
                </a:lnTo>
                <a:lnTo>
                  <a:pt x="2921" y="1118"/>
                </a:lnTo>
                <a:lnTo>
                  <a:pt x="2918" y="1117"/>
                </a:lnTo>
                <a:lnTo>
                  <a:pt x="2906" y="1112"/>
                </a:lnTo>
                <a:lnTo>
                  <a:pt x="2896" y="1112"/>
                </a:lnTo>
                <a:lnTo>
                  <a:pt x="2889" y="1112"/>
                </a:lnTo>
                <a:lnTo>
                  <a:pt x="2883" y="1113"/>
                </a:lnTo>
                <a:lnTo>
                  <a:pt x="2877" y="1116"/>
                </a:lnTo>
                <a:lnTo>
                  <a:pt x="2872" y="1117"/>
                </a:lnTo>
                <a:lnTo>
                  <a:pt x="2869" y="1117"/>
                </a:lnTo>
                <a:lnTo>
                  <a:pt x="2867" y="1119"/>
                </a:lnTo>
                <a:lnTo>
                  <a:pt x="2862" y="1122"/>
                </a:lnTo>
                <a:lnTo>
                  <a:pt x="2860" y="1123"/>
                </a:lnTo>
                <a:lnTo>
                  <a:pt x="2859" y="1124"/>
                </a:lnTo>
                <a:lnTo>
                  <a:pt x="2856" y="1125"/>
                </a:lnTo>
                <a:lnTo>
                  <a:pt x="2855" y="1127"/>
                </a:lnTo>
                <a:lnTo>
                  <a:pt x="2851" y="1132"/>
                </a:lnTo>
                <a:lnTo>
                  <a:pt x="2845" y="1135"/>
                </a:lnTo>
                <a:lnTo>
                  <a:pt x="2839" y="1147"/>
                </a:lnTo>
                <a:lnTo>
                  <a:pt x="2836" y="1153"/>
                </a:lnTo>
                <a:lnTo>
                  <a:pt x="2833" y="1160"/>
                </a:lnTo>
                <a:lnTo>
                  <a:pt x="2831" y="1175"/>
                </a:lnTo>
                <a:lnTo>
                  <a:pt x="2831" y="1183"/>
                </a:lnTo>
                <a:lnTo>
                  <a:pt x="2830" y="1189"/>
                </a:lnTo>
                <a:lnTo>
                  <a:pt x="2830" y="1194"/>
                </a:lnTo>
                <a:lnTo>
                  <a:pt x="2830" y="1206"/>
                </a:lnTo>
                <a:lnTo>
                  <a:pt x="2830" y="1254"/>
                </a:lnTo>
                <a:lnTo>
                  <a:pt x="2830" y="1304"/>
                </a:lnTo>
                <a:lnTo>
                  <a:pt x="2830" y="1317"/>
                </a:lnTo>
                <a:lnTo>
                  <a:pt x="2831" y="1323"/>
                </a:lnTo>
                <a:lnTo>
                  <a:pt x="2832" y="1328"/>
                </a:lnTo>
                <a:lnTo>
                  <a:pt x="2837" y="1332"/>
                </a:lnTo>
                <a:lnTo>
                  <a:pt x="2838" y="1332"/>
                </a:lnTo>
                <a:lnTo>
                  <a:pt x="2843" y="1333"/>
                </a:lnTo>
                <a:lnTo>
                  <a:pt x="2846" y="1334"/>
                </a:lnTo>
                <a:lnTo>
                  <a:pt x="2853" y="1337"/>
                </a:lnTo>
                <a:lnTo>
                  <a:pt x="2859" y="1339"/>
                </a:lnTo>
                <a:lnTo>
                  <a:pt x="2862" y="1340"/>
                </a:lnTo>
                <a:lnTo>
                  <a:pt x="2865" y="1341"/>
                </a:lnTo>
                <a:lnTo>
                  <a:pt x="2868" y="1343"/>
                </a:lnTo>
                <a:lnTo>
                  <a:pt x="2871" y="1345"/>
                </a:lnTo>
                <a:lnTo>
                  <a:pt x="2872" y="1346"/>
                </a:lnTo>
                <a:lnTo>
                  <a:pt x="2872" y="1349"/>
                </a:lnTo>
                <a:lnTo>
                  <a:pt x="2873" y="1351"/>
                </a:lnTo>
                <a:lnTo>
                  <a:pt x="2873" y="1355"/>
                </a:lnTo>
                <a:lnTo>
                  <a:pt x="2872" y="1357"/>
                </a:lnTo>
                <a:lnTo>
                  <a:pt x="2871" y="1360"/>
                </a:lnTo>
                <a:lnTo>
                  <a:pt x="2869" y="1361"/>
                </a:lnTo>
                <a:lnTo>
                  <a:pt x="2868" y="1362"/>
                </a:lnTo>
                <a:lnTo>
                  <a:pt x="2865" y="1363"/>
                </a:lnTo>
                <a:lnTo>
                  <a:pt x="2862" y="1363"/>
                </a:lnTo>
                <a:lnTo>
                  <a:pt x="2775" y="1365"/>
                </a:lnTo>
                <a:lnTo>
                  <a:pt x="2767" y="1365"/>
                </a:lnTo>
                <a:lnTo>
                  <a:pt x="2759" y="1363"/>
                </a:lnTo>
                <a:lnTo>
                  <a:pt x="2756" y="1363"/>
                </a:lnTo>
                <a:lnTo>
                  <a:pt x="2752" y="1362"/>
                </a:lnTo>
                <a:lnTo>
                  <a:pt x="2750" y="1360"/>
                </a:lnTo>
                <a:lnTo>
                  <a:pt x="2750" y="1359"/>
                </a:lnTo>
                <a:lnTo>
                  <a:pt x="2749" y="1357"/>
                </a:lnTo>
                <a:lnTo>
                  <a:pt x="2747" y="1354"/>
                </a:lnTo>
                <a:lnTo>
                  <a:pt x="2747" y="1350"/>
                </a:lnTo>
                <a:lnTo>
                  <a:pt x="2750" y="1345"/>
                </a:lnTo>
                <a:lnTo>
                  <a:pt x="2752" y="1344"/>
                </a:lnTo>
                <a:lnTo>
                  <a:pt x="2753" y="1341"/>
                </a:lnTo>
                <a:lnTo>
                  <a:pt x="2755" y="1341"/>
                </a:lnTo>
                <a:lnTo>
                  <a:pt x="2757" y="1341"/>
                </a:lnTo>
                <a:lnTo>
                  <a:pt x="2759" y="1340"/>
                </a:lnTo>
                <a:lnTo>
                  <a:pt x="2763" y="1339"/>
                </a:lnTo>
                <a:lnTo>
                  <a:pt x="2768" y="1337"/>
                </a:lnTo>
                <a:lnTo>
                  <a:pt x="2772" y="1337"/>
                </a:lnTo>
                <a:lnTo>
                  <a:pt x="2778" y="1334"/>
                </a:lnTo>
                <a:lnTo>
                  <a:pt x="2781" y="1333"/>
                </a:lnTo>
                <a:lnTo>
                  <a:pt x="2782" y="1332"/>
                </a:lnTo>
                <a:lnTo>
                  <a:pt x="2786" y="1330"/>
                </a:lnTo>
                <a:lnTo>
                  <a:pt x="2787" y="1329"/>
                </a:lnTo>
                <a:lnTo>
                  <a:pt x="2788" y="1327"/>
                </a:lnTo>
                <a:lnTo>
                  <a:pt x="2790" y="1324"/>
                </a:lnTo>
                <a:lnTo>
                  <a:pt x="2790" y="1321"/>
                </a:lnTo>
                <a:lnTo>
                  <a:pt x="2790" y="1313"/>
                </a:lnTo>
                <a:lnTo>
                  <a:pt x="2790" y="1276"/>
                </a:lnTo>
                <a:lnTo>
                  <a:pt x="2790" y="1169"/>
                </a:lnTo>
                <a:lnTo>
                  <a:pt x="2790" y="1135"/>
                </a:lnTo>
                <a:lnTo>
                  <a:pt x="2790" y="1125"/>
                </a:lnTo>
                <a:lnTo>
                  <a:pt x="2790" y="1116"/>
                </a:lnTo>
                <a:lnTo>
                  <a:pt x="2780" y="1114"/>
                </a:lnTo>
                <a:lnTo>
                  <a:pt x="2770" y="1114"/>
                </a:lnTo>
                <a:lnTo>
                  <a:pt x="2762" y="1114"/>
                </a:lnTo>
                <a:lnTo>
                  <a:pt x="2757" y="1114"/>
                </a:lnTo>
                <a:lnTo>
                  <a:pt x="2752" y="1114"/>
                </a:lnTo>
                <a:lnTo>
                  <a:pt x="2751" y="1112"/>
                </a:lnTo>
                <a:lnTo>
                  <a:pt x="2750" y="1110"/>
                </a:lnTo>
                <a:lnTo>
                  <a:pt x="2749" y="1107"/>
                </a:lnTo>
                <a:lnTo>
                  <a:pt x="2749" y="1105"/>
                </a:lnTo>
                <a:lnTo>
                  <a:pt x="2750" y="1100"/>
                </a:lnTo>
                <a:lnTo>
                  <a:pt x="2751" y="1099"/>
                </a:lnTo>
                <a:lnTo>
                  <a:pt x="2752" y="1097"/>
                </a:lnTo>
                <a:lnTo>
                  <a:pt x="2755" y="1096"/>
                </a:lnTo>
                <a:lnTo>
                  <a:pt x="2756" y="1095"/>
                </a:lnTo>
                <a:lnTo>
                  <a:pt x="2758" y="1094"/>
                </a:lnTo>
                <a:lnTo>
                  <a:pt x="2761" y="1092"/>
                </a:lnTo>
                <a:lnTo>
                  <a:pt x="2763" y="1091"/>
                </a:lnTo>
                <a:lnTo>
                  <a:pt x="2764" y="1090"/>
                </a:lnTo>
                <a:lnTo>
                  <a:pt x="2767" y="1089"/>
                </a:lnTo>
                <a:lnTo>
                  <a:pt x="2769" y="1088"/>
                </a:lnTo>
                <a:lnTo>
                  <a:pt x="2770" y="1086"/>
                </a:lnTo>
                <a:lnTo>
                  <a:pt x="2773" y="1086"/>
                </a:lnTo>
                <a:lnTo>
                  <a:pt x="2775" y="1085"/>
                </a:lnTo>
                <a:lnTo>
                  <a:pt x="2778" y="1083"/>
                </a:lnTo>
                <a:lnTo>
                  <a:pt x="2780" y="1083"/>
                </a:lnTo>
                <a:lnTo>
                  <a:pt x="2781" y="1081"/>
                </a:lnTo>
                <a:lnTo>
                  <a:pt x="2784" y="1079"/>
                </a:lnTo>
                <a:lnTo>
                  <a:pt x="2786" y="1079"/>
                </a:lnTo>
                <a:lnTo>
                  <a:pt x="2788" y="1078"/>
                </a:lnTo>
                <a:lnTo>
                  <a:pt x="2790" y="1075"/>
                </a:lnTo>
                <a:lnTo>
                  <a:pt x="2792" y="1075"/>
                </a:lnTo>
                <a:lnTo>
                  <a:pt x="2795" y="1074"/>
                </a:lnTo>
                <a:lnTo>
                  <a:pt x="2796" y="1073"/>
                </a:lnTo>
                <a:lnTo>
                  <a:pt x="2798" y="1072"/>
                </a:lnTo>
                <a:lnTo>
                  <a:pt x="2801" y="1071"/>
                </a:lnTo>
                <a:lnTo>
                  <a:pt x="2803" y="1069"/>
                </a:lnTo>
                <a:lnTo>
                  <a:pt x="2807" y="1068"/>
                </a:lnTo>
                <a:lnTo>
                  <a:pt x="2809" y="1067"/>
                </a:lnTo>
                <a:lnTo>
                  <a:pt x="2817" y="1062"/>
                </a:lnTo>
                <a:lnTo>
                  <a:pt x="2820" y="1062"/>
                </a:lnTo>
                <a:lnTo>
                  <a:pt x="2822" y="1062"/>
                </a:lnTo>
                <a:lnTo>
                  <a:pt x="2826" y="1063"/>
                </a:lnTo>
                <a:lnTo>
                  <a:pt x="2827" y="1066"/>
                </a:lnTo>
                <a:lnTo>
                  <a:pt x="2828" y="1068"/>
                </a:lnTo>
                <a:lnTo>
                  <a:pt x="2830" y="1071"/>
                </a:lnTo>
                <a:lnTo>
                  <a:pt x="2830" y="1117"/>
                </a:lnTo>
                <a:lnTo>
                  <a:pt x="2831" y="1113"/>
                </a:lnTo>
                <a:lnTo>
                  <a:pt x="2832" y="1112"/>
                </a:lnTo>
                <a:lnTo>
                  <a:pt x="2834" y="1108"/>
                </a:lnTo>
                <a:lnTo>
                  <a:pt x="2836" y="1106"/>
                </a:lnTo>
                <a:lnTo>
                  <a:pt x="2837" y="1105"/>
                </a:lnTo>
                <a:lnTo>
                  <a:pt x="2838" y="1103"/>
                </a:lnTo>
                <a:lnTo>
                  <a:pt x="2840" y="1101"/>
                </a:lnTo>
                <a:lnTo>
                  <a:pt x="2844" y="1096"/>
                </a:lnTo>
                <a:lnTo>
                  <a:pt x="2848" y="1091"/>
                </a:lnTo>
                <a:lnTo>
                  <a:pt x="2851" y="1089"/>
                </a:lnTo>
                <a:lnTo>
                  <a:pt x="2854" y="1088"/>
                </a:lnTo>
                <a:lnTo>
                  <a:pt x="2855" y="1086"/>
                </a:lnTo>
                <a:lnTo>
                  <a:pt x="2857" y="1085"/>
                </a:lnTo>
                <a:lnTo>
                  <a:pt x="2859" y="1084"/>
                </a:lnTo>
                <a:lnTo>
                  <a:pt x="2861" y="1083"/>
                </a:lnTo>
                <a:lnTo>
                  <a:pt x="2863" y="1081"/>
                </a:lnTo>
                <a:lnTo>
                  <a:pt x="2866" y="1080"/>
                </a:lnTo>
                <a:lnTo>
                  <a:pt x="2867" y="1080"/>
                </a:lnTo>
                <a:lnTo>
                  <a:pt x="2869" y="1079"/>
                </a:lnTo>
                <a:lnTo>
                  <a:pt x="2871" y="1078"/>
                </a:lnTo>
                <a:lnTo>
                  <a:pt x="2874" y="1077"/>
                </a:lnTo>
                <a:lnTo>
                  <a:pt x="2876" y="1077"/>
                </a:lnTo>
                <a:lnTo>
                  <a:pt x="2878" y="1075"/>
                </a:lnTo>
                <a:lnTo>
                  <a:pt x="2882" y="1074"/>
                </a:lnTo>
                <a:lnTo>
                  <a:pt x="2884" y="1074"/>
                </a:lnTo>
                <a:lnTo>
                  <a:pt x="2888" y="1073"/>
                </a:lnTo>
                <a:lnTo>
                  <a:pt x="2891" y="1073"/>
                </a:lnTo>
                <a:lnTo>
                  <a:pt x="2906" y="1072"/>
                </a:lnTo>
                <a:lnTo>
                  <a:pt x="2913" y="1073"/>
                </a:lnTo>
                <a:lnTo>
                  <a:pt x="2929" y="1075"/>
                </a:lnTo>
                <a:lnTo>
                  <a:pt x="2930" y="1075"/>
                </a:lnTo>
                <a:lnTo>
                  <a:pt x="2932" y="1077"/>
                </a:lnTo>
                <a:lnTo>
                  <a:pt x="2934" y="1077"/>
                </a:lnTo>
                <a:lnTo>
                  <a:pt x="2937" y="1078"/>
                </a:lnTo>
                <a:lnTo>
                  <a:pt x="2941" y="1079"/>
                </a:lnTo>
                <a:lnTo>
                  <a:pt x="2942" y="1080"/>
                </a:lnTo>
                <a:lnTo>
                  <a:pt x="2946" y="1081"/>
                </a:lnTo>
                <a:lnTo>
                  <a:pt x="2949" y="1084"/>
                </a:lnTo>
                <a:lnTo>
                  <a:pt x="2953" y="1086"/>
                </a:lnTo>
                <a:lnTo>
                  <a:pt x="2954" y="1088"/>
                </a:lnTo>
                <a:lnTo>
                  <a:pt x="2955" y="1088"/>
                </a:lnTo>
                <a:lnTo>
                  <a:pt x="2958" y="1090"/>
                </a:lnTo>
                <a:lnTo>
                  <a:pt x="2961" y="1094"/>
                </a:lnTo>
                <a:lnTo>
                  <a:pt x="2966" y="1097"/>
                </a:lnTo>
                <a:lnTo>
                  <a:pt x="2967" y="1100"/>
                </a:lnTo>
                <a:lnTo>
                  <a:pt x="2970" y="1102"/>
                </a:lnTo>
                <a:lnTo>
                  <a:pt x="2971" y="1103"/>
                </a:lnTo>
                <a:lnTo>
                  <a:pt x="2972" y="1106"/>
                </a:lnTo>
                <a:lnTo>
                  <a:pt x="2973" y="1107"/>
                </a:lnTo>
                <a:lnTo>
                  <a:pt x="2975" y="1110"/>
                </a:lnTo>
                <a:lnTo>
                  <a:pt x="2976" y="1112"/>
                </a:lnTo>
                <a:lnTo>
                  <a:pt x="2977" y="1114"/>
                </a:lnTo>
                <a:lnTo>
                  <a:pt x="2978" y="1117"/>
                </a:lnTo>
                <a:lnTo>
                  <a:pt x="2979" y="1119"/>
                </a:lnTo>
                <a:lnTo>
                  <a:pt x="2981" y="1122"/>
                </a:lnTo>
                <a:lnTo>
                  <a:pt x="2981" y="1124"/>
                </a:lnTo>
                <a:lnTo>
                  <a:pt x="2982" y="1128"/>
                </a:lnTo>
                <a:lnTo>
                  <a:pt x="2983" y="1130"/>
                </a:lnTo>
                <a:lnTo>
                  <a:pt x="2983" y="1133"/>
                </a:lnTo>
                <a:lnTo>
                  <a:pt x="2984" y="1136"/>
                </a:lnTo>
                <a:lnTo>
                  <a:pt x="2984" y="1143"/>
                </a:lnTo>
                <a:lnTo>
                  <a:pt x="2985" y="1149"/>
                </a:lnTo>
                <a:lnTo>
                  <a:pt x="2984" y="1155"/>
                </a:lnTo>
                <a:lnTo>
                  <a:pt x="2984" y="1179"/>
                </a:lnTo>
                <a:lnTo>
                  <a:pt x="2984" y="1276"/>
                </a:lnTo>
                <a:lnTo>
                  <a:pt x="2984" y="1324"/>
                </a:lnTo>
                <a:lnTo>
                  <a:pt x="2985" y="1328"/>
                </a:lnTo>
                <a:lnTo>
                  <a:pt x="2989" y="1330"/>
                </a:lnTo>
                <a:lnTo>
                  <a:pt x="2992" y="1330"/>
                </a:lnTo>
                <a:lnTo>
                  <a:pt x="2996" y="1333"/>
                </a:lnTo>
                <a:lnTo>
                  <a:pt x="2999" y="1334"/>
                </a:lnTo>
                <a:lnTo>
                  <a:pt x="3004" y="1335"/>
                </a:lnTo>
                <a:lnTo>
                  <a:pt x="3006" y="1337"/>
                </a:lnTo>
                <a:lnTo>
                  <a:pt x="3008" y="1337"/>
                </a:lnTo>
                <a:lnTo>
                  <a:pt x="3013" y="1339"/>
                </a:lnTo>
                <a:lnTo>
                  <a:pt x="3017" y="1340"/>
                </a:lnTo>
                <a:lnTo>
                  <a:pt x="3019" y="1341"/>
                </a:lnTo>
                <a:lnTo>
                  <a:pt x="3023" y="1343"/>
                </a:lnTo>
                <a:lnTo>
                  <a:pt x="3024" y="1345"/>
                </a:lnTo>
                <a:lnTo>
                  <a:pt x="3027" y="1348"/>
                </a:lnTo>
                <a:lnTo>
                  <a:pt x="3027" y="1349"/>
                </a:lnTo>
                <a:lnTo>
                  <a:pt x="3028" y="1352"/>
                </a:lnTo>
                <a:lnTo>
                  <a:pt x="3027" y="1359"/>
                </a:lnTo>
                <a:lnTo>
                  <a:pt x="3023" y="1361"/>
                </a:lnTo>
                <a:lnTo>
                  <a:pt x="3019" y="1363"/>
                </a:lnTo>
                <a:lnTo>
                  <a:pt x="3017" y="1363"/>
                </a:lnTo>
                <a:lnTo>
                  <a:pt x="3012" y="1365"/>
                </a:lnTo>
                <a:lnTo>
                  <a:pt x="3006" y="1365"/>
                </a:lnTo>
                <a:lnTo>
                  <a:pt x="2994" y="1365"/>
                </a:lnTo>
                <a:lnTo>
                  <a:pt x="2934" y="1365"/>
                </a:lnTo>
                <a:lnTo>
                  <a:pt x="2925" y="1365"/>
                </a:lnTo>
                <a:lnTo>
                  <a:pt x="2915" y="1363"/>
                </a:lnTo>
                <a:lnTo>
                  <a:pt x="2912" y="1363"/>
                </a:lnTo>
                <a:lnTo>
                  <a:pt x="2908" y="1362"/>
                </a:lnTo>
                <a:lnTo>
                  <a:pt x="2906" y="1360"/>
                </a:lnTo>
                <a:lnTo>
                  <a:pt x="2903" y="1357"/>
                </a:lnTo>
                <a:lnTo>
                  <a:pt x="2902" y="1355"/>
                </a:lnTo>
                <a:lnTo>
                  <a:pt x="2902" y="1352"/>
                </a:lnTo>
                <a:lnTo>
                  <a:pt x="2903" y="1346"/>
                </a:lnTo>
                <a:lnTo>
                  <a:pt x="2907" y="1343"/>
                </a:lnTo>
                <a:lnTo>
                  <a:pt x="2911" y="1341"/>
                </a:lnTo>
                <a:lnTo>
                  <a:pt x="2914" y="1340"/>
                </a:lnTo>
                <a:lnTo>
                  <a:pt x="2917" y="1339"/>
                </a:lnTo>
                <a:lnTo>
                  <a:pt x="2919" y="1338"/>
                </a:lnTo>
                <a:lnTo>
                  <a:pt x="2925" y="1337"/>
                </a:lnTo>
                <a:lnTo>
                  <a:pt x="2931" y="1334"/>
                </a:lnTo>
                <a:lnTo>
                  <a:pt x="2937" y="1332"/>
                </a:lnTo>
                <a:lnTo>
                  <a:pt x="2941" y="1330"/>
                </a:lnTo>
                <a:lnTo>
                  <a:pt x="2943" y="1329"/>
                </a:lnTo>
                <a:close/>
                <a:moveTo>
                  <a:pt x="649" y="1073"/>
                </a:moveTo>
                <a:lnTo>
                  <a:pt x="649" y="1090"/>
                </a:lnTo>
                <a:lnTo>
                  <a:pt x="650" y="1101"/>
                </a:lnTo>
                <a:lnTo>
                  <a:pt x="650" y="1107"/>
                </a:lnTo>
                <a:lnTo>
                  <a:pt x="651" y="1121"/>
                </a:lnTo>
                <a:lnTo>
                  <a:pt x="651" y="1128"/>
                </a:lnTo>
                <a:lnTo>
                  <a:pt x="653" y="1140"/>
                </a:lnTo>
                <a:lnTo>
                  <a:pt x="653" y="1149"/>
                </a:lnTo>
                <a:lnTo>
                  <a:pt x="653" y="1151"/>
                </a:lnTo>
                <a:lnTo>
                  <a:pt x="653" y="1153"/>
                </a:lnTo>
                <a:lnTo>
                  <a:pt x="651" y="1157"/>
                </a:lnTo>
                <a:lnTo>
                  <a:pt x="650" y="1160"/>
                </a:lnTo>
                <a:lnTo>
                  <a:pt x="649" y="1161"/>
                </a:lnTo>
                <a:lnTo>
                  <a:pt x="647" y="1164"/>
                </a:lnTo>
                <a:lnTo>
                  <a:pt x="645" y="1166"/>
                </a:lnTo>
                <a:lnTo>
                  <a:pt x="643" y="1166"/>
                </a:lnTo>
                <a:lnTo>
                  <a:pt x="642" y="1166"/>
                </a:lnTo>
                <a:lnTo>
                  <a:pt x="641" y="1167"/>
                </a:lnTo>
                <a:lnTo>
                  <a:pt x="637" y="1167"/>
                </a:lnTo>
                <a:lnTo>
                  <a:pt x="635" y="1166"/>
                </a:lnTo>
                <a:lnTo>
                  <a:pt x="632" y="1164"/>
                </a:lnTo>
                <a:lnTo>
                  <a:pt x="629" y="1161"/>
                </a:lnTo>
                <a:lnTo>
                  <a:pt x="626" y="1160"/>
                </a:lnTo>
                <a:lnTo>
                  <a:pt x="625" y="1157"/>
                </a:lnTo>
                <a:lnTo>
                  <a:pt x="625" y="1155"/>
                </a:lnTo>
                <a:lnTo>
                  <a:pt x="624" y="1152"/>
                </a:lnTo>
                <a:lnTo>
                  <a:pt x="621" y="1145"/>
                </a:lnTo>
                <a:lnTo>
                  <a:pt x="620" y="1141"/>
                </a:lnTo>
                <a:lnTo>
                  <a:pt x="620" y="1139"/>
                </a:lnTo>
                <a:lnTo>
                  <a:pt x="619" y="1138"/>
                </a:lnTo>
                <a:lnTo>
                  <a:pt x="619" y="1135"/>
                </a:lnTo>
                <a:lnTo>
                  <a:pt x="618" y="1133"/>
                </a:lnTo>
                <a:lnTo>
                  <a:pt x="618" y="1132"/>
                </a:lnTo>
                <a:lnTo>
                  <a:pt x="613" y="1116"/>
                </a:lnTo>
                <a:lnTo>
                  <a:pt x="602" y="1118"/>
                </a:lnTo>
                <a:lnTo>
                  <a:pt x="598" y="1119"/>
                </a:lnTo>
                <a:lnTo>
                  <a:pt x="596" y="1121"/>
                </a:lnTo>
                <a:lnTo>
                  <a:pt x="593" y="1122"/>
                </a:lnTo>
                <a:lnTo>
                  <a:pt x="592" y="1124"/>
                </a:lnTo>
                <a:lnTo>
                  <a:pt x="591" y="1125"/>
                </a:lnTo>
                <a:lnTo>
                  <a:pt x="587" y="1127"/>
                </a:lnTo>
                <a:lnTo>
                  <a:pt x="586" y="1128"/>
                </a:lnTo>
                <a:lnTo>
                  <a:pt x="584" y="1130"/>
                </a:lnTo>
                <a:lnTo>
                  <a:pt x="577" y="1136"/>
                </a:lnTo>
                <a:lnTo>
                  <a:pt x="574" y="1140"/>
                </a:lnTo>
                <a:lnTo>
                  <a:pt x="572" y="1144"/>
                </a:lnTo>
                <a:lnTo>
                  <a:pt x="567" y="1152"/>
                </a:lnTo>
                <a:lnTo>
                  <a:pt x="564" y="1156"/>
                </a:lnTo>
                <a:lnTo>
                  <a:pt x="562" y="1161"/>
                </a:lnTo>
                <a:lnTo>
                  <a:pt x="562" y="1164"/>
                </a:lnTo>
                <a:lnTo>
                  <a:pt x="562" y="1167"/>
                </a:lnTo>
                <a:lnTo>
                  <a:pt x="562" y="1171"/>
                </a:lnTo>
                <a:lnTo>
                  <a:pt x="561" y="1177"/>
                </a:lnTo>
                <a:lnTo>
                  <a:pt x="562" y="1190"/>
                </a:lnTo>
                <a:lnTo>
                  <a:pt x="562" y="1247"/>
                </a:lnTo>
                <a:lnTo>
                  <a:pt x="562" y="1295"/>
                </a:lnTo>
                <a:lnTo>
                  <a:pt x="562" y="1322"/>
                </a:lnTo>
                <a:lnTo>
                  <a:pt x="562" y="1326"/>
                </a:lnTo>
                <a:lnTo>
                  <a:pt x="563" y="1328"/>
                </a:lnTo>
                <a:lnTo>
                  <a:pt x="567" y="1330"/>
                </a:lnTo>
                <a:lnTo>
                  <a:pt x="568" y="1330"/>
                </a:lnTo>
                <a:lnTo>
                  <a:pt x="575" y="1333"/>
                </a:lnTo>
                <a:lnTo>
                  <a:pt x="581" y="1335"/>
                </a:lnTo>
                <a:lnTo>
                  <a:pt x="586" y="1337"/>
                </a:lnTo>
                <a:lnTo>
                  <a:pt x="590" y="1338"/>
                </a:lnTo>
                <a:lnTo>
                  <a:pt x="592" y="1339"/>
                </a:lnTo>
                <a:lnTo>
                  <a:pt x="593" y="1340"/>
                </a:lnTo>
                <a:lnTo>
                  <a:pt x="600" y="1343"/>
                </a:lnTo>
                <a:lnTo>
                  <a:pt x="602" y="1345"/>
                </a:lnTo>
                <a:lnTo>
                  <a:pt x="603" y="1349"/>
                </a:lnTo>
                <a:lnTo>
                  <a:pt x="604" y="1349"/>
                </a:lnTo>
                <a:lnTo>
                  <a:pt x="604" y="1351"/>
                </a:lnTo>
                <a:lnTo>
                  <a:pt x="604" y="1355"/>
                </a:lnTo>
                <a:lnTo>
                  <a:pt x="604" y="1357"/>
                </a:lnTo>
                <a:lnTo>
                  <a:pt x="602" y="1360"/>
                </a:lnTo>
                <a:lnTo>
                  <a:pt x="601" y="1361"/>
                </a:lnTo>
                <a:lnTo>
                  <a:pt x="595" y="1363"/>
                </a:lnTo>
                <a:lnTo>
                  <a:pt x="586" y="1365"/>
                </a:lnTo>
                <a:lnTo>
                  <a:pt x="579" y="1365"/>
                </a:lnTo>
                <a:lnTo>
                  <a:pt x="509" y="1365"/>
                </a:lnTo>
                <a:lnTo>
                  <a:pt x="500" y="1365"/>
                </a:lnTo>
                <a:lnTo>
                  <a:pt x="492" y="1363"/>
                </a:lnTo>
                <a:lnTo>
                  <a:pt x="485" y="1362"/>
                </a:lnTo>
                <a:lnTo>
                  <a:pt x="482" y="1361"/>
                </a:lnTo>
                <a:lnTo>
                  <a:pt x="481" y="1359"/>
                </a:lnTo>
                <a:lnTo>
                  <a:pt x="480" y="1357"/>
                </a:lnTo>
                <a:lnTo>
                  <a:pt x="479" y="1355"/>
                </a:lnTo>
                <a:lnTo>
                  <a:pt x="479" y="1352"/>
                </a:lnTo>
                <a:lnTo>
                  <a:pt x="479" y="1350"/>
                </a:lnTo>
                <a:lnTo>
                  <a:pt x="480" y="1348"/>
                </a:lnTo>
                <a:lnTo>
                  <a:pt x="481" y="1345"/>
                </a:lnTo>
                <a:lnTo>
                  <a:pt x="482" y="1344"/>
                </a:lnTo>
                <a:lnTo>
                  <a:pt x="483" y="1343"/>
                </a:lnTo>
                <a:lnTo>
                  <a:pt x="498" y="1338"/>
                </a:lnTo>
                <a:lnTo>
                  <a:pt x="503" y="1337"/>
                </a:lnTo>
                <a:lnTo>
                  <a:pt x="505" y="1335"/>
                </a:lnTo>
                <a:lnTo>
                  <a:pt x="512" y="1333"/>
                </a:lnTo>
                <a:lnTo>
                  <a:pt x="517" y="1330"/>
                </a:lnTo>
                <a:lnTo>
                  <a:pt x="520" y="1329"/>
                </a:lnTo>
                <a:lnTo>
                  <a:pt x="520" y="1327"/>
                </a:lnTo>
                <a:lnTo>
                  <a:pt x="521" y="1326"/>
                </a:lnTo>
                <a:lnTo>
                  <a:pt x="521" y="1298"/>
                </a:lnTo>
                <a:lnTo>
                  <a:pt x="521" y="1246"/>
                </a:lnTo>
                <a:lnTo>
                  <a:pt x="521" y="1160"/>
                </a:lnTo>
                <a:lnTo>
                  <a:pt x="521" y="1133"/>
                </a:lnTo>
                <a:lnTo>
                  <a:pt x="521" y="1124"/>
                </a:lnTo>
                <a:lnTo>
                  <a:pt x="521" y="1116"/>
                </a:lnTo>
                <a:lnTo>
                  <a:pt x="512" y="1114"/>
                </a:lnTo>
                <a:lnTo>
                  <a:pt x="503" y="1114"/>
                </a:lnTo>
                <a:lnTo>
                  <a:pt x="493" y="1114"/>
                </a:lnTo>
                <a:lnTo>
                  <a:pt x="488" y="1114"/>
                </a:lnTo>
                <a:lnTo>
                  <a:pt x="485" y="1114"/>
                </a:lnTo>
                <a:lnTo>
                  <a:pt x="482" y="1112"/>
                </a:lnTo>
                <a:lnTo>
                  <a:pt x="481" y="1110"/>
                </a:lnTo>
                <a:lnTo>
                  <a:pt x="480" y="1107"/>
                </a:lnTo>
                <a:lnTo>
                  <a:pt x="480" y="1105"/>
                </a:lnTo>
                <a:lnTo>
                  <a:pt x="481" y="1100"/>
                </a:lnTo>
                <a:lnTo>
                  <a:pt x="483" y="1099"/>
                </a:lnTo>
                <a:lnTo>
                  <a:pt x="485" y="1097"/>
                </a:lnTo>
                <a:lnTo>
                  <a:pt x="486" y="1096"/>
                </a:lnTo>
                <a:lnTo>
                  <a:pt x="488" y="1095"/>
                </a:lnTo>
                <a:lnTo>
                  <a:pt x="490" y="1094"/>
                </a:lnTo>
                <a:lnTo>
                  <a:pt x="492" y="1092"/>
                </a:lnTo>
                <a:lnTo>
                  <a:pt x="493" y="1091"/>
                </a:lnTo>
                <a:lnTo>
                  <a:pt x="496" y="1090"/>
                </a:lnTo>
                <a:lnTo>
                  <a:pt x="498" y="1089"/>
                </a:lnTo>
                <a:lnTo>
                  <a:pt x="500" y="1088"/>
                </a:lnTo>
                <a:lnTo>
                  <a:pt x="503" y="1088"/>
                </a:lnTo>
                <a:lnTo>
                  <a:pt x="504" y="1086"/>
                </a:lnTo>
                <a:lnTo>
                  <a:pt x="506" y="1084"/>
                </a:lnTo>
                <a:lnTo>
                  <a:pt x="509" y="1084"/>
                </a:lnTo>
                <a:lnTo>
                  <a:pt x="511" y="1083"/>
                </a:lnTo>
                <a:lnTo>
                  <a:pt x="512" y="1080"/>
                </a:lnTo>
                <a:lnTo>
                  <a:pt x="515" y="1080"/>
                </a:lnTo>
                <a:lnTo>
                  <a:pt x="517" y="1079"/>
                </a:lnTo>
                <a:lnTo>
                  <a:pt x="519" y="1077"/>
                </a:lnTo>
                <a:lnTo>
                  <a:pt x="521" y="1077"/>
                </a:lnTo>
                <a:lnTo>
                  <a:pt x="523" y="1075"/>
                </a:lnTo>
                <a:lnTo>
                  <a:pt x="526" y="1073"/>
                </a:lnTo>
                <a:lnTo>
                  <a:pt x="528" y="1073"/>
                </a:lnTo>
                <a:lnTo>
                  <a:pt x="531" y="1072"/>
                </a:lnTo>
                <a:lnTo>
                  <a:pt x="532" y="1071"/>
                </a:lnTo>
                <a:lnTo>
                  <a:pt x="534" y="1069"/>
                </a:lnTo>
                <a:lnTo>
                  <a:pt x="537" y="1068"/>
                </a:lnTo>
                <a:lnTo>
                  <a:pt x="538" y="1067"/>
                </a:lnTo>
                <a:lnTo>
                  <a:pt x="540" y="1066"/>
                </a:lnTo>
                <a:lnTo>
                  <a:pt x="543" y="1064"/>
                </a:lnTo>
                <a:lnTo>
                  <a:pt x="545" y="1064"/>
                </a:lnTo>
                <a:lnTo>
                  <a:pt x="549" y="1062"/>
                </a:lnTo>
                <a:lnTo>
                  <a:pt x="551" y="1062"/>
                </a:lnTo>
                <a:lnTo>
                  <a:pt x="555" y="1062"/>
                </a:lnTo>
                <a:lnTo>
                  <a:pt x="557" y="1063"/>
                </a:lnTo>
                <a:lnTo>
                  <a:pt x="561" y="1068"/>
                </a:lnTo>
                <a:lnTo>
                  <a:pt x="562" y="1071"/>
                </a:lnTo>
                <a:lnTo>
                  <a:pt x="562" y="1074"/>
                </a:lnTo>
                <a:lnTo>
                  <a:pt x="562" y="1083"/>
                </a:lnTo>
                <a:lnTo>
                  <a:pt x="562" y="1114"/>
                </a:lnTo>
                <a:lnTo>
                  <a:pt x="563" y="1113"/>
                </a:lnTo>
                <a:lnTo>
                  <a:pt x="563" y="1111"/>
                </a:lnTo>
                <a:lnTo>
                  <a:pt x="564" y="1108"/>
                </a:lnTo>
                <a:lnTo>
                  <a:pt x="567" y="1107"/>
                </a:lnTo>
                <a:lnTo>
                  <a:pt x="568" y="1106"/>
                </a:lnTo>
                <a:lnTo>
                  <a:pt x="571" y="1102"/>
                </a:lnTo>
                <a:lnTo>
                  <a:pt x="573" y="1100"/>
                </a:lnTo>
                <a:lnTo>
                  <a:pt x="577" y="1096"/>
                </a:lnTo>
                <a:lnTo>
                  <a:pt x="580" y="1090"/>
                </a:lnTo>
                <a:lnTo>
                  <a:pt x="584" y="1088"/>
                </a:lnTo>
                <a:lnTo>
                  <a:pt x="586" y="1086"/>
                </a:lnTo>
                <a:lnTo>
                  <a:pt x="589" y="1085"/>
                </a:lnTo>
                <a:lnTo>
                  <a:pt x="590" y="1084"/>
                </a:lnTo>
                <a:lnTo>
                  <a:pt x="592" y="1083"/>
                </a:lnTo>
                <a:lnTo>
                  <a:pt x="595" y="1081"/>
                </a:lnTo>
                <a:lnTo>
                  <a:pt x="600" y="1079"/>
                </a:lnTo>
                <a:lnTo>
                  <a:pt x="602" y="1078"/>
                </a:lnTo>
                <a:lnTo>
                  <a:pt x="618" y="1073"/>
                </a:lnTo>
                <a:lnTo>
                  <a:pt x="621" y="1073"/>
                </a:lnTo>
                <a:lnTo>
                  <a:pt x="627" y="1072"/>
                </a:lnTo>
                <a:lnTo>
                  <a:pt x="635" y="1072"/>
                </a:lnTo>
                <a:lnTo>
                  <a:pt x="649" y="1073"/>
                </a:lnTo>
                <a:close/>
                <a:moveTo>
                  <a:pt x="4297" y="1062"/>
                </a:moveTo>
                <a:lnTo>
                  <a:pt x="4301" y="1062"/>
                </a:lnTo>
                <a:lnTo>
                  <a:pt x="4303" y="1063"/>
                </a:lnTo>
                <a:lnTo>
                  <a:pt x="4305" y="1064"/>
                </a:lnTo>
                <a:lnTo>
                  <a:pt x="4307" y="1067"/>
                </a:lnTo>
                <a:lnTo>
                  <a:pt x="4308" y="1069"/>
                </a:lnTo>
                <a:lnTo>
                  <a:pt x="4308" y="1073"/>
                </a:lnTo>
                <a:lnTo>
                  <a:pt x="4308" y="1080"/>
                </a:lnTo>
                <a:lnTo>
                  <a:pt x="4308" y="1111"/>
                </a:lnTo>
                <a:lnTo>
                  <a:pt x="4316" y="1102"/>
                </a:lnTo>
                <a:lnTo>
                  <a:pt x="4327" y="1091"/>
                </a:lnTo>
                <a:lnTo>
                  <a:pt x="4340" y="1081"/>
                </a:lnTo>
                <a:lnTo>
                  <a:pt x="4343" y="1081"/>
                </a:lnTo>
                <a:lnTo>
                  <a:pt x="4345" y="1080"/>
                </a:lnTo>
                <a:lnTo>
                  <a:pt x="4348" y="1079"/>
                </a:lnTo>
                <a:lnTo>
                  <a:pt x="4349" y="1078"/>
                </a:lnTo>
                <a:lnTo>
                  <a:pt x="4355" y="1075"/>
                </a:lnTo>
                <a:lnTo>
                  <a:pt x="4362" y="1074"/>
                </a:lnTo>
                <a:lnTo>
                  <a:pt x="4369" y="1072"/>
                </a:lnTo>
                <a:lnTo>
                  <a:pt x="4378" y="1072"/>
                </a:lnTo>
                <a:lnTo>
                  <a:pt x="4390" y="1072"/>
                </a:lnTo>
                <a:lnTo>
                  <a:pt x="4395" y="1073"/>
                </a:lnTo>
                <a:lnTo>
                  <a:pt x="4398" y="1073"/>
                </a:lnTo>
                <a:lnTo>
                  <a:pt x="4401" y="1073"/>
                </a:lnTo>
                <a:lnTo>
                  <a:pt x="4403" y="1074"/>
                </a:lnTo>
                <a:lnTo>
                  <a:pt x="4406" y="1074"/>
                </a:lnTo>
                <a:lnTo>
                  <a:pt x="4408" y="1075"/>
                </a:lnTo>
                <a:lnTo>
                  <a:pt x="4409" y="1075"/>
                </a:lnTo>
                <a:lnTo>
                  <a:pt x="4412" y="1077"/>
                </a:lnTo>
                <a:lnTo>
                  <a:pt x="4415" y="1078"/>
                </a:lnTo>
                <a:lnTo>
                  <a:pt x="4423" y="1081"/>
                </a:lnTo>
                <a:lnTo>
                  <a:pt x="4430" y="1085"/>
                </a:lnTo>
                <a:lnTo>
                  <a:pt x="4437" y="1090"/>
                </a:lnTo>
                <a:lnTo>
                  <a:pt x="4442" y="1096"/>
                </a:lnTo>
                <a:lnTo>
                  <a:pt x="4448" y="1102"/>
                </a:lnTo>
                <a:lnTo>
                  <a:pt x="4453" y="1108"/>
                </a:lnTo>
                <a:lnTo>
                  <a:pt x="4456" y="1116"/>
                </a:lnTo>
                <a:lnTo>
                  <a:pt x="4460" y="1124"/>
                </a:lnTo>
                <a:lnTo>
                  <a:pt x="4460" y="1129"/>
                </a:lnTo>
                <a:lnTo>
                  <a:pt x="4461" y="1134"/>
                </a:lnTo>
                <a:lnTo>
                  <a:pt x="4463" y="1140"/>
                </a:lnTo>
                <a:lnTo>
                  <a:pt x="4463" y="1146"/>
                </a:lnTo>
                <a:lnTo>
                  <a:pt x="4464" y="1153"/>
                </a:lnTo>
                <a:lnTo>
                  <a:pt x="4464" y="1167"/>
                </a:lnTo>
                <a:lnTo>
                  <a:pt x="4464" y="1180"/>
                </a:lnTo>
                <a:lnTo>
                  <a:pt x="4464" y="1277"/>
                </a:lnTo>
                <a:lnTo>
                  <a:pt x="4464" y="1326"/>
                </a:lnTo>
                <a:lnTo>
                  <a:pt x="4464" y="1328"/>
                </a:lnTo>
                <a:lnTo>
                  <a:pt x="4469" y="1330"/>
                </a:lnTo>
                <a:lnTo>
                  <a:pt x="4473" y="1332"/>
                </a:lnTo>
                <a:lnTo>
                  <a:pt x="4478" y="1334"/>
                </a:lnTo>
                <a:lnTo>
                  <a:pt x="4482" y="1335"/>
                </a:lnTo>
                <a:lnTo>
                  <a:pt x="4488" y="1337"/>
                </a:lnTo>
                <a:lnTo>
                  <a:pt x="4493" y="1339"/>
                </a:lnTo>
                <a:lnTo>
                  <a:pt x="4496" y="1340"/>
                </a:lnTo>
                <a:lnTo>
                  <a:pt x="4500" y="1341"/>
                </a:lnTo>
                <a:lnTo>
                  <a:pt x="4502" y="1344"/>
                </a:lnTo>
                <a:lnTo>
                  <a:pt x="4504" y="1346"/>
                </a:lnTo>
                <a:lnTo>
                  <a:pt x="4505" y="1350"/>
                </a:lnTo>
                <a:lnTo>
                  <a:pt x="4506" y="1354"/>
                </a:lnTo>
                <a:lnTo>
                  <a:pt x="4505" y="1356"/>
                </a:lnTo>
                <a:lnTo>
                  <a:pt x="4505" y="1357"/>
                </a:lnTo>
                <a:lnTo>
                  <a:pt x="4504" y="1360"/>
                </a:lnTo>
                <a:lnTo>
                  <a:pt x="4501" y="1361"/>
                </a:lnTo>
                <a:lnTo>
                  <a:pt x="4499" y="1362"/>
                </a:lnTo>
                <a:lnTo>
                  <a:pt x="4495" y="1363"/>
                </a:lnTo>
                <a:lnTo>
                  <a:pt x="4488" y="1363"/>
                </a:lnTo>
                <a:lnTo>
                  <a:pt x="4479" y="1365"/>
                </a:lnTo>
                <a:lnTo>
                  <a:pt x="4409" y="1365"/>
                </a:lnTo>
                <a:lnTo>
                  <a:pt x="4401" y="1365"/>
                </a:lnTo>
                <a:lnTo>
                  <a:pt x="4397" y="1363"/>
                </a:lnTo>
                <a:lnTo>
                  <a:pt x="4392" y="1363"/>
                </a:lnTo>
                <a:lnTo>
                  <a:pt x="4389" y="1363"/>
                </a:lnTo>
                <a:lnTo>
                  <a:pt x="4385" y="1362"/>
                </a:lnTo>
                <a:lnTo>
                  <a:pt x="4384" y="1361"/>
                </a:lnTo>
                <a:lnTo>
                  <a:pt x="4383" y="1360"/>
                </a:lnTo>
                <a:lnTo>
                  <a:pt x="4383" y="1359"/>
                </a:lnTo>
                <a:lnTo>
                  <a:pt x="4382" y="1357"/>
                </a:lnTo>
                <a:lnTo>
                  <a:pt x="4382" y="1356"/>
                </a:lnTo>
                <a:lnTo>
                  <a:pt x="4380" y="1355"/>
                </a:lnTo>
                <a:lnTo>
                  <a:pt x="4380" y="1352"/>
                </a:lnTo>
                <a:lnTo>
                  <a:pt x="4382" y="1346"/>
                </a:lnTo>
                <a:lnTo>
                  <a:pt x="4383" y="1345"/>
                </a:lnTo>
                <a:lnTo>
                  <a:pt x="4383" y="1344"/>
                </a:lnTo>
                <a:lnTo>
                  <a:pt x="4385" y="1343"/>
                </a:lnTo>
                <a:lnTo>
                  <a:pt x="4395" y="1339"/>
                </a:lnTo>
                <a:lnTo>
                  <a:pt x="4396" y="1338"/>
                </a:lnTo>
                <a:lnTo>
                  <a:pt x="4400" y="1337"/>
                </a:lnTo>
                <a:lnTo>
                  <a:pt x="4403" y="1337"/>
                </a:lnTo>
                <a:lnTo>
                  <a:pt x="4406" y="1335"/>
                </a:lnTo>
                <a:lnTo>
                  <a:pt x="4407" y="1334"/>
                </a:lnTo>
                <a:lnTo>
                  <a:pt x="4409" y="1334"/>
                </a:lnTo>
                <a:lnTo>
                  <a:pt x="4411" y="1333"/>
                </a:lnTo>
                <a:lnTo>
                  <a:pt x="4414" y="1332"/>
                </a:lnTo>
                <a:lnTo>
                  <a:pt x="4415" y="1332"/>
                </a:lnTo>
                <a:lnTo>
                  <a:pt x="4418" y="1330"/>
                </a:lnTo>
                <a:lnTo>
                  <a:pt x="4421" y="1328"/>
                </a:lnTo>
                <a:lnTo>
                  <a:pt x="4421" y="1326"/>
                </a:lnTo>
                <a:lnTo>
                  <a:pt x="4423" y="1261"/>
                </a:lnTo>
                <a:lnTo>
                  <a:pt x="4423" y="1179"/>
                </a:lnTo>
                <a:lnTo>
                  <a:pt x="4423" y="1157"/>
                </a:lnTo>
                <a:lnTo>
                  <a:pt x="4423" y="1151"/>
                </a:lnTo>
                <a:lnTo>
                  <a:pt x="4421" y="1146"/>
                </a:lnTo>
                <a:lnTo>
                  <a:pt x="4420" y="1138"/>
                </a:lnTo>
                <a:lnTo>
                  <a:pt x="4419" y="1135"/>
                </a:lnTo>
                <a:lnTo>
                  <a:pt x="4418" y="1133"/>
                </a:lnTo>
                <a:lnTo>
                  <a:pt x="4417" y="1132"/>
                </a:lnTo>
                <a:lnTo>
                  <a:pt x="4415" y="1130"/>
                </a:lnTo>
                <a:lnTo>
                  <a:pt x="4413" y="1128"/>
                </a:lnTo>
                <a:lnTo>
                  <a:pt x="4412" y="1127"/>
                </a:lnTo>
                <a:lnTo>
                  <a:pt x="4409" y="1124"/>
                </a:lnTo>
                <a:lnTo>
                  <a:pt x="4407" y="1122"/>
                </a:lnTo>
                <a:lnTo>
                  <a:pt x="4406" y="1121"/>
                </a:lnTo>
                <a:lnTo>
                  <a:pt x="4402" y="1119"/>
                </a:lnTo>
                <a:lnTo>
                  <a:pt x="4400" y="1117"/>
                </a:lnTo>
                <a:lnTo>
                  <a:pt x="4396" y="1116"/>
                </a:lnTo>
                <a:lnTo>
                  <a:pt x="4394" y="1116"/>
                </a:lnTo>
                <a:lnTo>
                  <a:pt x="4392" y="1114"/>
                </a:lnTo>
                <a:lnTo>
                  <a:pt x="4391" y="1114"/>
                </a:lnTo>
                <a:lnTo>
                  <a:pt x="4389" y="1113"/>
                </a:lnTo>
                <a:lnTo>
                  <a:pt x="4386" y="1113"/>
                </a:lnTo>
                <a:lnTo>
                  <a:pt x="4384" y="1112"/>
                </a:lnTo>
                <a:lnTo>
                  <a:pt x="4379" y="1112"/>
                </a:lnTo>
                <a:lnTo>
                  <a:pt x="4371" y="1112"/>
                </a:lnTo>
                <a:lnTo>
                  <a:pt x="4367" y="1112"/>
                </a:lnTo>
                <a:lnTo>
                  <a:pt x="4363" y="1113"/>
                </a:lnTo>
                <a:lnTo>
                  <a:pt x="4362" y="1113"/>
                </a:lnTo>
                <a:lnTo>
                  <a:pt x="4360" y="1114"/>
                </a:lnTo>
                <a:lnTo>
                  <a:pt x="4354" y="1116"/>
                </a:lnTo>
                <a:lnTo>
                  <a:pt x="4350" y="1117"/>
                </a:lnTo>
                <a:lnTo>
                  <a:pt x="4346" y="1119"/>
                </a:lnTo>
                <a:lnTo>
                  <a:pt x="4344" y="1121"/>
                </a:lnTo>
                <a:lnTo>
                  <a:pt x="4342" y="1122"/>
                </a:lnTo>
                <a:lnTo>
                  <a:pt x="4339" y="1123"/>
                </a:lnTo>
                <a:lnTo>
                  <a:pt x="4338" y="1124"/>
                </a:lnTo>
                <a:lnTo>
                  <a:pt x="4337" y="1127"/>
                </a:lnTo>
                <a:lnTo>
                  <a:pt x="4334" y="1128"/>
                </a:lnTo>
                <a:lnTo>
                  <a:pt x="4330" y="1133"/>
                </a:lnTo>
                <a:lnTo>
                  <a:pt x="4325" y="1136"/>
                </a:lnTo>
                <a:lnTo>
                  <a:pt x="4322" y="1140"/>
                </a:lnTo>
                <a:lnTo>
                  <a:pt x="4321" y="1141"/>
                </a:lnTo>
                <a:lnTo>
                  <a:pt x="4320" y="1144"/>
                </a:lnTo>
                <a:lnTo>
                  <a:pt x="4319" y="1145"/>
                </a:lnTo>
                <a:lnTo>
                  <a:pt x="4319" y="1147"/>
                </a:lnTo>
                <a:lnTo>
                  <a:pt x="4316" y="1150"/>
                </a:lnTo>
                <a:lnTo>
                  <a:pt x="4315" y="1152"/>
                </a:lnTo>
                <a:lnTo>
                  <a:pt x="4315" y="1155"/>
                </a:lnTo>
                <a:lnTo>
                  <a:pt x="4314" y="1157"/>
                </a:lnTo>
                <a:lnTo>
                  <a:pt x="4313" y="1161"/>
                </a:lnTo>
                <a:lnTo>
                  <a:pt x="4311" y="1162"/>
                </a:lnTo>
                <a:lnTo>
                  <a:pt x="4311" y="1164"/>
                </a:lnTo>
                <a:lnTo>
                  <a:pt x="4310" y="1167"/>
                </a:lnTo>
                <a:lnTo>
                  <a:pt x="4310" y="1169"/>
                </a:lnTo>
                <a:lnTo>
                  <a:pt x="4309" y="1177"/>
                </a:lnTo>
                <a:lnTo>
                  <a:pt x="4308" y="1184"/>
                </a:lnTo>
                <a:lnTo>
                  <a:pt x="4308" y="1200"/>
                </a:lnTo>
                <a:lnTo>
                  <a:pt x="4308" y="1260"/>
                </a:lnTo>
                <a:lnTo>
                  <a:pt x="4308" y="1301"/>
                </a:lnTo>
                <a:lnTo>
                  <a:pt x="4308" y="1324"/>
                </a:lnTo>
                <a:lnTo>
                  <a:pt x="4309" y="1328"/>
                </a:lnTo>
                <a:lnTo>
                  <a:pt x="4311" y="1329"/>
                </a:lnTo>
                <a:lnTo>
                  <a:pt x="4314" y="1330"/>
                </a:lnTo>
                <a:lnTo>
                  <a:pt x="4320" y="1333"/>
                </a:lnTo>
                <a:lnTo>
                  <a:pt x="4324" y="1334"/>
                </a:lnTo>
                <a:lnTo>
                  <a:pt x="4325" y="1334"/>
                </a:lnTo>
                <a:lnTo>
                  <a:pt x="4327" y="1335"/>
                </a:lnTo>
                <a:lnTo>
                  <a:pt x="4328" y="1335"/>
                </a:lnTo>
                <a:lnTo>
                  <a:pt x="4333" y="1337"/>
                </a:lnTo>
                <a:lnTo>
                  <a:pt x="4334" y="1338"/>
                </a:lnTo>
                <a:lnTo>
                  <a:pt x="4338" y="1339"/>
                </a:lnTo>
                <a:lnTo>
                  <a:pt x="4344" y="1341"/>
                </a:lnTo>
                <a:lnTo>
                  <a:pt x="4348" y="1343"/>
                </a:lnTo>
                <a:lnTo>
                  <a:pt x="4348" y="1344"/>
                </a:lnTo>
                <a:lnTo>
                  <a:pt x="4349" y="1346"/>
                </a:lnTo>
                <a:lnTo>
                  <a:pt x="4350" y="1348"/>
                </a:lnTo>
                <a:lnTo>
                  <a:pt x="4350" y="1349"/>
                </a:lnTo>
                <a:lnTo>
                  <a:pt x="4350" y="1351"/>
                </a:lnTo>
                <a:lnTo>
                  <a:pt x="4350" y="1355"/>
                </a:lnTo>
                <a:lnTo>
                  <a:pt x="4349" y="1359"/>
                </a:lnTo>
                <a:lnTo>
                  <a:pt x="4346" y="1361"/>
                </a:lnTo>
                <a:lnTo>
                  <a:pt x="4345" y="1362"/>
                </a:lnTo>
                <a:lnTo>
                  <a:pt x="4343" y="1362"/>
                </a:lnTo>
                <a:lnTo>
                  <a:pt x="4338" y="1363"/>
                </a:lnTo>
                <a:lnTo>
                  <a:pt x="4332" y="1365"/>
                </a:lnTo>
                <a:lnTo>
                  <a:pt x="4319" y="1365"/>
                </a:lnTo>
                <a:lnTo>
                  <a:pt x="4262" y="1365"/>
                </a:lnTo>
                <a:lnTo>
                  <a:pt x="4246" y="1365"/>
                </a:lnTo>
                <a:lnTo>
                  <a:pt x="4241" y="1365"/>
                </a:lnTo>
                <a:lnTo>
                  <a:pt x="4238" y="1363"/>
                </a:lnTo>
                <a:lnTo>
                  <a:pt x="4232" y="1362"/>
                </a:lnTo>
                <a:lnTo>
                  <a:pt x="4227" y="1359"/>
                </a:lnTo>
                <a:lnTo>
                  <a:pt x="4227" y="1357"/>
                </a:lnTo>
                <a:lnTo>
                  <a:pt x="4226" y="1356"/>
                </a:lnTo>
                <a:lnTo>
                  <a:pt x="4226" y="1354"/>
                </a:lnTo>
                <a:lnTo>
                  <a:pt x="4226" y="1351"/>
                </a:lnTo>
                <a:lnTo>
                  <a:pt x="4226" y="1348"/>
                </a:lnTo>
                <a:lnTo>
                  <a:pt x="4228" y="1345"/>
                </a:lnTo>
                <a:lnTo>
                  <a:pt x="4229" y="1344"/>
                </a:lnTo>
                <a:lnTo>
                  <a:pt x="4232" y="1343"/>
                </a:lnTo>
                <a:lnTo>
                  <a:pt x="4237" y="1340"/>
                </a:lnTo>
                <a:lnTo>
                  <a:pt x="4244" y="1338"/>
                </a:lnTo>
                <a:lnTo>
                  <a:pt x="4247" y="1337"/>
                </a:lnTo>
                <a:lnTo>
                  <a:pt x="4256" y="1333"/>
                </a:lnTo>
                <a:lnTo>
                  <a:pt x="4263" y="1330"/>
                </a:lnTo>
                <a:lnTo>
                  <a:pt x="4266" y="1329"/>
                </a:lnTo>
                <a:lnTo>
                  <a:pt x="4267" y="1328"/>
                </a:lnTo>
                <a:lnTo>
                  <a:pt x="4267" y="1326"/>
                </a:lnTo>
                <a:lnTo>
                  <a:pt x="4268" y="1324"/>
                </a:lnTo>
                <a:lnTo>
                  <a:pt x="4268" y="1321"/>
                </a:lnTo>
                <a:lnTo>
                  <a:pt x="4268" y="1315"/>
                </a:lnTo>
                <a:lnTo>
                  <a:pt x="4268" y="1284"/>
                </a:lnTo>
                <a:lnTo>
                  <a:pt x="4268" y="1162"/>
                </a:lnTo>
                <a:lnTo>
                  <a:pt x="4268" y="1129"/>
                </a:lnTo>
                <a:lnTo>
                  <a:pt x="4268" y="1122"/>
                </a:lnTo>
                <a:lnTo>
                  <a:pt x="4268" y="1118"/>
                </a:lnTo>
                <a:lnTo>
                  <a:pt x="4267" y="1116"/>
                </a:lnTo>
                <a:lnTo>
                  <a:pt x="4266" y="1116"/>
                </a:lnTo>
                <a:lnTo>
                  <a:pt x="4263" y="1114"/>
                </a:lnTo>
                <a:lnTo>
                  <a:pt x="4259" y="1116"/>
                </a:lnTo>
                <a:lnTo>
                  <a:pt x="4237" y="1116"/>
                </a:lnTo>
                <a:lnTo>
                  <a:pt x="4233" y="1114"/>
                </a:lnTo>
                <a:lnTo>
                  <a:pt x="4230" y="1113"/>
                </a:lnTo>
                <a:lnTo>
                  <a:pt x="4228" y="1110"/>
                </a:lnTo>
                <a:lnTo>
                  <a:pt x="4227" y="1107"/>
                </a:lnTo>
                <a:lnTo>
                  <a:pt x="4227" y="1103"/>
                </a:lnTo>
                <a:lnTo>
                  <a:pt x="4227" y="1101"/>
                </a:lnTo>
                <a:lnTo>
                  <a:pt x="4232" y="1096"/>
                </a:lnTo>
                <a:lnTo>
                  <a:pt x="4233" y="1095"/>
                </a:lnTo>
                <a:lnTo>
                  <a:pt x="4234" y="1094"/>
                </a:lnTo>
                <a:lnTo>
                  <a:pt x="4237" y="1094"/>
                </a:lnTo>
                <a:lnTo>
                  <a:pt x="4241" y="1091"/>
                </a:lnTo>
                <a:lnTo>
                  <a:pt x="4243" y="1090"/>
                </a:lnTo>
                <a:lnTo>
                  <a:pt x="4246" y="1088"/>
                </a:lnTo>
                <a:lnTo>
                  <a:pt x="4247" y="1086"/>
                </a:lnTo>
                <a:lnTo>
                  <a:pt x="4250" y="1086"/>
                </a:lnTo>
                <a:lnTo>
                  <a:pt x="4252" y="1085"/>
                </a:lnTo>
                <a:lnTo>
                  <a:pt x="4255" y="1083"/>
                </a:lnTo>
                <a:lnTo>
                  <a:pt x="4257" y="1083"/>
                </a:lnTo>
                <a:lnTo>
                  <a:pt x="4259" y="1081"/>
                </a:lnTo>
                <a:lnTo>
                  <a:pt x="4261" y="1079"/>
                </a:lnTo>
                <a:lnTo>
                  <a:pt x="4263" y="1079"/>
                </a:lnTo>
                <a:lnTo>
                  <a:pt x="4266" y="1078"/>
                </a:lnTo>
                <a:lnTo>
                  <a:pt x="4267" y="1075"/>
                </a:lnTo>
                <a:lnTo>
                  <a:pt x="4269" y="1075"/>
                </a:lnTo>
                <a:lnTo>
                  <a:pt x="4272" y="1074"/>
                </a:lnTo>
                <a:lnTo>
                  <a:pt x="4274" y="1073"/>
                </a:lnTo>
                <a:lnTo>
                  <a:pt x="4275" y="1072"/>
                </a:lnTo>
                <a:lnTo>
                  <a:pt x="4278" y="1071"/>
                </a:lnTo>
                <a:lnTo>
                  <a:pt x="4280" y="1069"/>
                </a:lnTo>
                <a:lnTo>
                  <a:pt x="4282" y="1068"/>
                </a:lnTo>
                <a:lnTo>
                  <a:pt x="4285" y="1067"/>
                </a:lnTo>
                <a:lnTo>
                  <a:pt x="4286" y="1066"/>
                </a:lnTo>
                <a:lnTo>
                  <a:pt x="4288" y="1064"/>
                </a:lnTo>
                <a:lnTo>
                  <a:pt x="4290" y="1064"/>
                </a:lnTo>
                <a:lnTo>
                  <a:pt x="4292" y="1063"/>
                </a:lnTo>
                <a:lnTo>
                  <a:pt x="4295" y="1063"/>
                </a:lnTo>
                <a:lnTo>
                  <a:pt x="4296" y="1062"/>
                </a:lnTo>
                <a:lnTo>
                  <a:pt x="4297" y="1062"/>
                </a:lnTo>
                <a:close/>
                <a:moveTo>
                  <a:pt x="4615" y="1075"/>
                </a:moveTo>
                <a:lnTo>
                  <a:pt x="4685" y="1075"/>
                </a:lnTo>
                <a:lnTo>
                  <a:pt x="4684" y="1078"/>
                </a:lnTo>
                <a:lnTo>
                  <a:pt x="4684" y="1080"/>
                </a:lnTo>
                <a:lnTo>
                  <a:pt x="4683" y="1083"/>
                </a:lnTo>
                <a:lnTo>
                  <a:pt x="4683" y="1085"/>
                </a:lnTo>
                <a:lnTo>
                  <a:pt x="4681" y="1088"/>
                </a:lnTo>
                <a:lnTo>
                  <a:pt x="4681" y="1089"/>
                </a:lnTo>
                <a:lnTo>
                  <a:pt x="4680" y="1095"/>
                </a:lnTo>
                <a:lnTo>
                  <a:pt x="4679" y="1100"/>
                </a:lnTo>
                <a:lnTo>
                  <a:pt x="4675" y="1112"/>
                </a:lnTo>
                <a:lnTo>
                  <a:pt x="4615" y="1112"/>
                </a:lnTo>
                <a:lnTo>
                  <a:pt x="4615" y="1261"/>
                </a:lnTo>
                <a:lnTo>
                  <a:pt x="4615" y="1295"/>
                </a:lnTo>
                <a:lnTo>
                  <a:pt x="4615" y="1304"/>
                </a:lnTo>
                <a:lnTo>
                  <a:pt x="4615" y="1307"/>
                </a:lnTo>
                <a:lnTo>
                  <a:pt x="4616" y="1311"/>
                </a:lnTo>
                <a:lnTo>
                  <a:pt x="4616" y="1313"/>
                </a:lnTo>
                <a:lnTo>
                  <a:pt x="4617" y="1317"/>
                </a:lnTo>
                <a:lnTo>
                  <a:pt x="4618" y="1321"/>
                </a:lnTo>
                <a:lnTo>
                  <a:pt x="4621" y="1323"/>
                </a:lnTo>
                <a:lnTo>
                  <a:pt x="4623" y="1326"/>
                </a:lnTo>
                <a:lnTo>
                  <a:pt x="4624" y="1328"/>
                </a:lnTo>
                <a:lnTo>
                  <a:pt x="4627" y="1329"/>
                </a:lnTo>
                <a:lnTo>
                  <a:pt x="4637" y="1332"/>
                </a:lnTo>
                <a:lnTo>
                  <a:pt x="4641" y="1332"/>
                </a:lnTo>
                <a:lnTo>
                  <a:pt x="4655" y="1332"/>
                </a:lnTo>
                <a:lnTo>
                  <a:pt x="4660" y="1330"/>
                </a:lnTo>
                <a:lnTo>
                  <a:pt x="4678" y="1323"/>
                </a:lnTo>
                <a:lnTo>
                  <a:pt x="4683" y="1322"/>
                </a:lnTo>
                <a:lnTo>
                  <a:pt x="4687" y="1322"/>
                </a:lnTo>
                <a:lnTo>
                  <a:pt x="4692" y="1324"/>
                </a:lnTo>
                <a:lnTo>
                  <a:pt x="4696" y="1327"/>
                </a:lnTo>
                <a:lnTo>
                  <a:pt x="4696" y="1328"/>
                </a:lnTo>
                <a:lnTo>
                  <a:pt x="4697" y="1332"/>
                </a:lnTo>
                <a:lnTo>
                  <a:pt x="4697" y="1333"/>
                </a:lnTo>
                <a:lnTo>
                  <a:pt x="4698" y="1337"/>
                </a:lnTo>
                <a:lnTo>
                  <a:pt x="4697" y="1339"/>
                </a:lnTo>
                <a:lnTo>
                  <a:pt x="4697" y="1340"/>
                </a:lnTo>
                <a:lnTo>
                  <a:pt x="4696" y="1343"/>
                </a:lnTo>
                <a:lnTo>
                  <a:pt x="4695" y="1345"/>
                </a:lnTo>
                <a:lnTo>
                  <a:pt x="4692" y="1348"/>
                </a:lnTo>
                <a:lnTo>
                  <a:pt x="4687" y="1351"/>
                </a:lnTo>
                <a:lnTo>
                  <a:pt x="4681" y="1356"/>
                </a:lnTo>
                <a:lnTo>
                  <a:pt x="4673" y="1360"/>
                </a:lnTo>
                <a:lnTo>
                  <a:pt x="4657" y="1366"/>
                </a:lnTo>
                <a:lnTo>
                  <a:pt x="4654" y="1366"/>
                </a:lnTo>
                <a:lnTo>
                  <a:pt x="4652" y="1366"/>
                </a:lnTo>
                <a:lnTo>
                  <a:pt x="4649" y="1367"/>
                </a:lnTo>
                <a:lnTo>
                  <a:pt x="4644" y="1367"/>
                </a:lnTo>
                <a:lnTo>
                  <a:pt x="4639" y="1368"/>
                </a:lnTo>
                <a:lnTo>
                  <a:pt x="4633" y="1368"/>
                </a:lnTo>
                <a:lnTo>
                  <a:pt x="4626" y="1368"/>
                </a:lnTo>
                <a:lnTo>
                  <a:pt x="4621" y="1367"/>
                </a:lnTo>
                <a:lnTo>
                  <a:pt x="4618" y="1367"/>
                </a:lnTo>
                <a:lnTo>
                  <a:pt x="4616" y="1367"/>
                </a:lnTo>
                <a:lnTo>
                  <a:pt x="4614" y="1366"/>
                </a:lnTo>
                <a:lnTo>
                  <a:pt x="4610" y="1366"/>
                </a:lnTo>
                <a:lnTo>
                  <a:pt x="4608" y="1365"/>
                </a:lnTo>
                <a:lnTo>
                  <a:pt x="4604" y="1362"/>
                </a:lnTo>
                <a:lnTo>
                  <a:pt x="4600" y="1361"/>
                </a:lnTo>
                <a:lnTo>
                  <a:pt x="4598" y="1360"/>
                </a:lnTo>
                <a:lnTo>
                  <a:pt x="4597" y="1359"/>
                </a:lnTo>
                <a:lnTo>
                  <a:pt x="4594" y="1357"/>
                </a:lnTo>
                <a:lnTo>
                  <a:pt x="4594" y="1355"/>
                </a:lnTo>
                <a:lnTo>
                  <a:pt x="4589" y="1351"/>
                </a:lnTo>
                <a:lnTo>
                  <a:pt x="4586" y="1349"/>
                </a:lnTo>
                <a:lnTo>
                  <a:pt x="4583" y="1346"/>
                </a:lnTo>
                <a:lnTo>
                  <a:pt x="4582" y="1344"/>
                </a:lnTo>
                <a:lnTo>
                  <a:pt x="4581" y="1343"/>
                </a:lnTo>
                <a:lnTo>
                  <a:pt x="4581" y="1340"/>
                </a:lnTo>
                <a:lnTo>
                  <a:pt x="4579" y="1335"/>
                </a:lnTo>
                <a:lnTo>
                  <a:pt x="4579" y="1334"/>
                </a:lnTo>
                <a:lnTo>
                  <a:pt x="4577" y="1330"/>
                </a:lnTo>
                <a:lnTo>
                  <a:pt x="4576" y="1328"/>
                </a:lnTo>
                <a:lnTo>
                  <a:pt x="4576" y="1326"/>
                </a:lnTo>
                <a:lnTo>
                  <a:pt x="4575" y="1323"/>
                </a:lnTo>
                <a:lnTo>
                  <a:pt x="4575" y="1319"/>
                </a:lnTo>
                <a:lnTo>
                  <a:pt x="4574" y="1269"/>
                </a:lnTo>
                <a:lnTo>
                  <a:pt x="4574" y="1112"/>
                </a:lnTo>
                <a:lnTo>
                  <a:pt x="4563" y="1112"/>
                </a:lnTo>
                <a:lnTo>
                  <a:pt x="4552" y="1112"/>
                </a:lnTo>
                <a:lnTo>
                  <a:pt x="4546" y="1111"/>
                </a:lnTo>
                <a:lnTo>
                  <a:pt x="4542" y="1110"/>
                </a:lnTo>
                <a:lnTo>
                  <a:pt x="4539" y="1107"/>
                </a:lnTo>
                <a:lnTo>
                  <a:pt x="4537" y="1106"/>
                </a:lnTo>
                <a:lnTo>
                  <a:pt x="4536" y="1105"/>
                </a:lnTo>
                <a:lnTo>
                  <a:pt x="4536" y="1103"/>
                </a:lnTo>
                <a:lnTo>
                  <a:pt x="4535" y="1101"/>
                </a:lnTo>
                <a:lnTo>
                  <a:pt x="4535" y="1096"/>
                </a:lnTo>
                <a:lnTo>
                  <a:pt x="4536" y="1091"/>
                </a:lnTo>
                <a:lnTo>
                  <a:pt x="4537" y="1088"/>
                </a:lnTo>
                <a:lnTo>
                  <a:pt x="4545" y="1083"/>
                </a:lnTo>
                <a:lnTo>
                  <a:pt x="4548" y="1083"/>
                </a:lnTo>
                <a:lnTo>
                  <a:pt x="4552" y="1080"/>
                </a:lnTo>
                <a:lnTo>
                  <a:pt x="4556" y="1079"/>
                </a:lnTo>
                <a:lnTo>
                  <a:pt x="4563" y="1077"/>
                </a:lnTo>
                <a:lnTo>
                  <a:pt x="4565" y="1075"/>
                </a:lnTo>
                <a:lnTo>
                  <a:pt x="4569" y="1074"/>
                </a:lnTo>
                <a:lnTo>
                  <a:pt x="4571" y="1073"/>
                </a:lnTo>
                <a:lnTo>
                  <a:pt x="4575" y="1069"/>
                </a:lnTo>
                <a:lnTo>
                  <a:pt x="4576" y="1068"/>
                </a:lnTo>
                <a:lnTo>
                  <a:pt x="4577" y="1066"/>
                </a:lnTo>
                <a:lnTo>
                  <a:pt x="4579" y="1063"/>
                </a:lnTo>
                <a:lnTo>
                  <a:pt x="4580" y="1060"/>
                </a:lnTo>
                <a:lnTo>
                  <a:pt x="4580" y="1058"/>
                </a:lnTo>
                <a:lnTo>
                  <a:pt x="4581" y="1055"/>
                </a:lnTo>
                <a:lnTo>
                  <a:pt x="4581" y="1051"/>
                </a:lnTo>
                <a:lnTo>
                  <a:pt x="4582" y="1045"/>
                </a:lnTo>
                <a:lnTo>
                  <a:pt x="4583" y="1030"/>
                </a:lnTo>
                <a:lnTo>
                  <a:pt x="4583" y="1027"/>
                </a:lnTo>
                <a:lnTo>
                  <a:pt x="4585" y="1024"/>
                </a:lnTo>
                <a:lnTo>
                  <a:pt x="4585" y="1020"/>
                </a:lnTo>
                <a:lnTo>
                  <a:pt x="4586" y="1019"/>
                </a:lnTo>
                <a:lnTo>
                  <a:pt x="4586" y="1017"/>
                </a:lnTo>
                <a:lnTo>
                  <a:pt x="4587" y="1016"/>
                </a:lnTo>
                <a:lnTo>
                  <a:pt x="4588" y="1013"/>
                </a:lnTo>
                <a:lnTo>
                  <a:pt x="4591" y="1011"/>
                </a:lnTo>
                <a:lnTo>
                  <a:pt x="4592" y="1008"/>
                </a:lnTo>
                <a:lnTo>
                  <a:pt x="4594" y="1007"/>
                </a:lnTo>
                <a:lnTo>
                  <a:pt x="4595" y="1007"/>
                </a:lnTo>
                <a:lnTo>
                  <a:pt x="4603" y="1006"/>
                </a:lnTo>
                <a:lnTo>
                  <a:pt x="4606" y="1007"/>
                </a:lnTo>
                <a:lnTo>
                  <a:pt x="4608" y="1008"/>
                </a:lnTo>
                <a:lnTo>
                  <a:pt x="4610" y="1011"/>
                </a:lnTo>
                <a:lnTo>
                  <a:pt x="4611" y="1012"/>
                </a:lnTo>
                <a:lnTo>
                  <a:pt x="4612" y="1014"/>
                </a:lnTo>
                <a:lnTo>
                  <a:pt x="4612" y="1016"/>
                </a:lnTo>
                <a:lnTo>
                  <a:pt x="4614" y="1019"/>
                </a:lnTo>
                <a:lnTo>
                  <a:pt x="4615" y="1024"/>
                </a:lnTo>
                <a:lnTo>
                  <a:pt x="4615" y="1034"/>
                </a:lnTo>
                <a:lnTo>
                  <a:pt x="4615" y="1075"/>
                </a:lnTo>
                <a:close/>
                <a:moveTo>
                  <a:pt x="3844" y="1075"/>
                </a:moveTo>
                <a:lnTo>
                  <a:pt x="3914" y="1075"/>
                </a:lnTo>
                <a:lnTo>
                  <a:pt x="3904" y="1112"/>
                </a:lnTo>
                <a:lnTo>
                  <a:pt x="3844" y="1112"/>
                </a:lnTo>
                <a:lnTo>
                  <a:pt x="3844" y="1268"/>
                </a:lnTo>
                <a:lnTo>
                  <a:pt x="3844" y="1293"/>
                </a:lnTo>
                <a:lnTo>
                  <a:pt x="3844" y="1300"/>
                </a:lnTo>
                <a:lnTo>
                  <a:pt x="3844" y="1306"/>
                </a:lnTo>
                <a:lnTo>
                  <a:pt x="3845" y="1313"/>
                </a:lnTo>
                <a:lnTo>
                  <a:pt x="3846" y="1317"/>
                </a:lnTo>
                <a:lnTo>
                  <a:pt x="3847" y="1321"/>
                </a:lnTo>
                <a:lnTo>
                  <a:pt x="3850" y="1322"/>
                </a:lnTo>
                <a:lnTo>
                  <a:pt x="3852" y="1324"/>
                </a:lnTo>
                <a:lnTo>
                  <a:pt x="3853" y="1327"/>
                </a:lnTo>
                <a:lnTo>
                  <a:pt x="3857" y="1329"/>
                </a:lnTo>
                <a:lnTo>
                  <a:pt x="3862" y="1330"/>
                </a:lnTo>
                <a:lnTo>
                  <a:pt x="3867" y="1332"/>
                </a:lnTo>
                <a:lnTo>
                  <a:pt x="3873" y="1332"/>
                </a:lnTo>
                <a:lnTo>
                  <a:pt x="3880" y="1332"/>
                </a:lnTo>
                <a:lnTo>
                  <a:pt x="3884" y="1332"/>
                </a:lnTo>
                <a:lnTo>
                  <a:pt x="3885" y="1330"/>
                </a:lnTo>
                <a:lnTo>
                  <a:pt x="3887" y="1330"/>
                </a:lnTo>
                <a:lnTo>
                  <a:pt x="3899" y="1326"/>
                </a:lnTo>
                <a:lnTo>
                  <a:pt x="3910" y="1322"/>
                </a:lnTo>
                <a:lnTo>
                  <a:pt x="3914" y="1322"/>
                </a:lnTo>
                <a:lnTo>
                  <a:pt x="3916" y="1322"/>
                </a:lnTo>
                <a:lnTo>
                  <a:pt x="3921" y="1323"/>
                </a:lnTo>
                <a:lnTo>
                  <a:pt x="3925" y="1327"/>
                </a:lnTo>
                <a:lnTo>
                  <a:pt x="3926" y="1329"/>
                </a:lnTo>
                <a:lnTo>
                  <a:pt x="3926" y="1330"/>
                </a:lnTo>
                <a:lnTo>
                  <a:pt x="3927" y="1333"/>
                </a:lnTo>
                <a:lnTo>
                  <a:pt x="3927" y="1334"/>
                </a:lnTo>
                <a:lnTo>
                  <a:pt x="3927" y="1337"/>
                </a:lnTo>
                <a:lnTo>
                  <a:pt x="3926" y="1340"/>
                </a:lnTo>
                <a:lnTo>
                  <a:pt x="3925" y="1343"/>
                </a:lnTo>
                <a:lnTo>
                  <a:pt x="3922" y="1346"/>
                </a:lnTo>
                <a:lnTo>
                  <a:pt x="3919" y="1350"/>
                </a:lnTo>
                <a:lnTo>
                  <a:pt x="3916" y="1351"/>
                </a:lnTo>
                <a:lnTo>
                  <a:pt x="3915" y="1352"/>
                </a:lnTo>
                <a:lnTo>
                  <a:pt x="3913" y="1354"/>
                </a:lnTo>
                <a:lnTo>
                  <a:pt x="3911" y="1355"/>
                </a:lnTo>
                <a:lnTo>
                  <a:pt x="3909" y="1356"/>
                </a:lnTo>
                <a:lnTo>
                  <a:pt x="3907" y="1357"/>
                </a:lnTo>
                <a:lnTo>
                  <a:pt x="3904" y="1359"/>
                </a:lnTo>
                <a:lnTo>
                  <a:pt x="3902" y="1360"/>
                </a:lnTo>
                <a:lnTo>
                  <a:pt x="3899" y="1361"/>
                </a:lnTo>
                <a:lnTo>
                  <a:pt x="3897" y="1362"/>
                </a:lnTo>
                <a:lnTo>
                  <a:pt x="3891" y="1363"/>
                </a:lnTo>
                <a:lnTo>
                  <a:pt x="3890" y="1365"/>
                </a:lnTo>
                <a:lnTo>
                  <a:pt x="3887" y="1365"/>
                </a:lnTo>
                <a:lnTo>
                  <a:pt x="3885" y="1366"/>
                </a:lnTo>
                <a:lnTo>
                  <a:pt x="3882" y="1366"/>
                </a:lnTo>
                <a:lnTo>
                  <a:pt x="3871" y="1367"/>
                </a:lnTo>
                <a:lnTo>
                  <a:pt x="3857" y="1368"/>
                </a:lnTo>
                <a:lnTo>
                  <a:pt x="3851" y="1368"/>
                </a:lnTo>
                <a:lnTo>
                  <a:pt x="3836" y="1365"/>
                </a:lnTo>
                <a:lnTo>
                  <a:pt x="3833" y="1362"/>
                </a:lnTo>
                <a:lnTo>
                  <a:pt x="3828" y="1360"/>
                </a:lnTo>
                <a:lnTo>
                  <a:pt x="3827" y="1359"/>
                </a:lnTo>
                <a:lnTo>
                  <a:pt x="3826" y="1357"/>
                </a:lnTo>
                <a:lnTo>
                  <a:pt x="3824" y="1356"/>
                </a:lnTo>
                <a:lnTo>
                  <a:pt x="3820" y="1351"/>
                </a:lnTo>
                <a:lnTo>
                  <a:pt x="3813" y="1348"/>
                </a:lnTo>
                <a:lnTo>
                  <a:pt x="3812" y="1345"/>
                </a:lnTo>
                <a:lnTo>
                  <a:pt x="3811" y="1343"/>
                </a:lnTo>
                <a:lnTo>
                  <a:pt x="3810" y="1339"/>
                </a:lnTo>
                <a:lnTo>
                  <a:pt x="3809" y="1337"/>
                </a:lnTo>
                <a:lnTo>
                  <a:pt x="3806" y="1332"/>
                </a:lnTo>
                <a:lnTo>
                  <a:pt x="3806" y="1330"/>
                </a:lnTo>
                <a:lnTo>
                  <a:pt x="3805" y="1328"/>
                </a:lnTo>
                <a:lnTo>
                  <a:pt x="3805" y="1326"/>
                </a:lnTo>
                <a:lnTo>
                  <a:pt x="3804" y="1322"/>
                </a:lnTo>
                <a:lnTo>
                  <a:pt x="3803" y="1306"/>
                </a:lnTo>
                <a:lnTo>
                  <a:pt x="3803" y="1276"/>
                </a:lnTo>
                <a:lnTo>
                  <a:pt x="3803" y="1112"/>
                </a:lnTo>
                <a:lnTo>
                  <a:pt x="3786" y="1112"/>
                </a:lnTo>
                <a:lnTo>
                  <a:pt x="3777" y="1112"/>
                </a:lnTo>
                <a:lnTo>
                  <a:pt x="3774" y="1111"/>
                </a:lnTo>
                <a:lnTo>
                  <a:pt x="3771" y="1110"/>
                </a:lnTo>
                <a:lnTo>
                  <a:pt x="3769" y="1108"/>
                </a:lnTo>
                <a:lnTo>
                  <a:pt x="3768" y="1107"/>
                </a:lnTo>
                <a:lnTo>
                  <a:pt x="3768" y="1106"/>
                </a:lnTo>
                <a:lnTo>
                  <a:pt x="3765" y="1105"/>
                </a:lnTo>
                <a:lnTo>
                  <a:pt x="3765" y="1101"/>
                </a:lnTo>
                <a:lnTo>
                  <a:pt x="3764" y="1099"/>
                </a:lnTo>
                <a:lnTo>
                  <a:pt x="3764" y="1096"/>
                </a:lnTo>
                <a:lnTo>
                  <a:pt x="3765" y="1091"/>
                </a:lnTo>
                <a:lnTo>
                  <a:pt x="3766" y="1090"/>
                </a:lnTo>
                <a:lnTo>
                  <a:pt x="3768" y="1088"/>
                </a:lnTo>
                <a:lnTo>
                  <a:pt x="3770" y="1085"/>
                </a:lnTo>
                <a:lnTo>
                  <a:pt x="3771" y="1084"/>
                </a:lnTo>
                <a:lnTo>
                  <a:pt x="3775" y="1083"/>
                </a:lnTo>
                <a:lnTo>
                  <a:pt x="3778" y="1081"/>
                </a:lnTo>
                <a:lnTo>
                  <a:pt x="3782" y="1080"/>
                </a:lnTo>
                <a:lnTo>
                  <a:pt x="3784" y="1079"/>
                </a:lnTo>
                <a:lnTo>
                  <a:pt x="3787" y="1078"/>
                </a:lnTo>
                <a:lnTo>
                  <a:pt x="3793" y="1077"/>
                </a:lnTo>
                <a:lnTo>
                  <a:pt x="3800" y="1073"/>
                </a:lnTo>
                <a:lnTo>
                  <a:pt x="3801" y="1073"/>
                </a:lnTo>
                <a:lnTo>
                  <a:pt x="3805" y="1069"/>
                </a:lnTo>
                <a:lnTo>
                  <a:pt x="3806" y="1067"/>
                </a:lnTo>
                <a:lnTo>
                  <a:pt x="3807" y="1063"/>
                </a:lnTo>
                <a:lnTo>
                  <a:pt x="3810" y="1058"/>
                </a:lnTo>
                <a:lnTo>
                  <a:pt x="3810" y="1056"/>
                </a:lnTo>
                <a:lnTo>
                  <a:pt x="3811" y="1052"/>
                </a:lnTo>
                <a:lnTo>
                  <a:pt x="3811" y="1046"/>
                </a:lnTo>
                <a:lnTo>
                  <a:pt x="3811" y="1039"/>
                </a:lnTo>
                <a:lnTo>
                  <a:pt x="3812" y="1031"/>
                </a:lnTo>
                <a:lnTo>
                  <a:pt x="3812" y="1028"/>
                </a:lnTo>
                <a:lnTo>
                  <a:pt x="3813" y="1024"/>
                </a:lnTo>
                <a:lnTo>
                  <a:pt x="3815" y="1019"/>
                </a:lnTo>
                <a:lnTo>
                  <a:pt x="3816" y="1016"/>
                </a:lnTo>
                <a:lnTo>
                  <a:pt x="3817" y="1013"/>
                </a:lnTo>
                <a:lnTo>
                  <a:pt x="3818" y="1012"/>
                </a:lnTo>
                <a:lnTo>
                  <a:pt x="3823" y="1007"/>
                </a:lnTo>
                <a:lnTo>
                  <a:pt x="3826" y="1006"/>
                </a:lnTo>
                <a:lnTo>
                  <a:pt x="3828" y="1006"/>
                </a:lnTo>
                <a:lnTo>
                  <a:pt x="3832" y="1006"/>
                </a:lnTo>
                <a:lnTo>
                  <a:pt x="3835" y="1007"/>
                </a:lnTo>
                <a:lnTo>
                  <a:pt x="3836" y="1007"/>
                </a:lnTo>
                <a:lnTo>
                  <a:pt x="3839" y="1011"/>
                </a:lnTo>
                <a:lnTo>
                  <a:pt x="3841" y="1012"/>
                </a:lnTo>
                <a:lnTo>
                  <a:pt x="3842" y="1014"/>
                </a:lnTo>
                <a:lnTo>
                  <a:pt x="3842" y="1017"/>
                </a:lnTo>
                <a:lnTo>
                  <a:pt x="3844" y="1020"/>
                </a:lnTo>
                <a:lnTo>
                  <a:pt x="3844" y="1027"/>
                </a:lnTo>
                <a:lnTo>
                  <a:pt x="3844" y="1034"/>
                </a:lnTo>
                <a:lnTo>
                  <a:pt x="3844" y="1075"/>
                </a:lnTo>
                <a:close/>
                <a:moveTo>
                  <a:pt x="1020" y="1075"/>
                </a:moveTo>
                <a:lnTo>
                  <a:pt x="1090" y="1075"/>
                </a:lnTo>
                <a:lnTo>
                  <a:pt x="1081" y="1112"/>
                </a:lnTo>
                <a:lnTo>
                  <a:pt x="1020" y="1112"/>
                </a:lnTo>
                <a:lnTo>
                  <a:pt x="1020" y="1249"/>
                </a:lnTo>
                <a:lnTo>
                  <a:pt x="1020" y="1290"/>
                </a:lnTo>
                <a:lnTo>
                  <a:pt x="1020" y="1310"/>
                </a:lnTo>
                <a:lnTo>
                  <a:pt x="1024" y="1321"/>
                </a:lnTo>
                <a:lnTo>
                  <a:pt x="1025" y="1322"/>
                </a:lnTo>
                <a:lnTo>
                  <a:pt x="1026" y="1324"/>
                </a:lnTo>
                <a:lnTo>
                  <a:pt x="1027" y="1326"/>
                </a:lnTo>
                <a:lnTo>
                  <a:pt x="1029" y="1326"/>
                </a:lnTo>
                <a:lnTo>
                  <a:pt x="1030" y="1327"/>
                </a:lnTo>
                <a:lnTo>
                  <a:pt x="1035" y="1329"/>
                </a:lnTo>
                <a:lnTo>
                  <a:pt x="1037" y="1330"/>
                </a:lnTo>
                <a:lnTo>
                  <a:pt x="1038" y="1330"/>
                </a:lnTo>
                <a:lnTo>
                  <a:pt x="1041" y="1332"/>
                </a:lnTo>
                <a:lnTo>
                  <a:pt x="1047" y="1332"/>
                </a:lnTo>
                <a:lnTo>
                  <a:pt x="1049" y="1333"/>
                </a:lnTo>
                <a:lnTo>
                  <a:pt x="1053" y="1333"/>
                </a:lnTo>
                <a:lnTo>
                  <a:pt x="1060" y="1332"/>
                </a:lnTo>
                <a:lnTo>
                  <a:pt x="1065" y="1330"/>
                </a:lnTo>
                <a:lnTo>
                  <a:pt x="1066" y="1329"/>
                </a:lnTo>
                <a:lnTo>
                  <a:pt x="1068" y="1329"/>
                </a:lnTo>
                <a:lnTo>
                  <a:pt x="1070" y="1328"/>
                </a:lnTo>
                <a:lnTo>
                  <a:pt x="1073" y="1327"/>
                </a:lnTo>
                <a:lnTo>
                  <a:pt x="1078" y="1326"/>
                </a:lnTo>
                <a:lnTo>
                  <a:pt x="1081" y="1324"/>
                </a:lnTo>
                <a:lnTo>
                  <a:pt x="1083" y="1323"/>
                </a:lnTo>
                <a:lnTo>
                  <a:pt x="1084" y="1323"/>
                </a:lnTo>
                <a:lnTo>
                  <a:pt x="1089" y="1322"/>
                </a:lnTo>
                <a:lnTo>
                  <a:pt x="1091" y="1322"/>
                </a:lnTo>
                <a:lnTo>
                  <a:pt x="1099" y="1324"/>
                </a:lnTo>
                <a:lnTo>
                  <a:pt x="1100" y="1327"/>
                </a:lnTo>
                <a:lnTo>
                  <a:pt x="1102" y="1333"/>
                </a:lnTo>
                <a:lnTo>
                  <a:pt x="1104" y="1335"/>
                </a:lnTo>
                <a:lnTo>
                  <a:pt x="1104" y="1338"/>
                </a:lnTo>
                <a:lnTo>
                  <a:pt x="1101" y="1341"/>
                </a:lnTo>
                <a:lnTo>
                  <a:pt x="1100" y="1344"/>
                </a:lnTo>
                <a:lnTo>
                  <a:pt x="1099" y="1345"/>
                </a:lnTo>
                <a:lnTo>
                  <a:pt x="1098" y="1348"/>
                </a:lnTo>
                <a:lnTo>
                  <a:pt x="1095" y="1350"/>
                </a:lnTo>
                <a:lnTo>
                  <a:pt x="1093" y="1352"/>
                </a:lnTo>
                <a:lnTo>
                  <a:pt x="1090" y="1354"/>
                </a:lnTo>
                <a:lnTo>
                  <a:pt x="1088" y="1355"/>
                </a:lnTo>
                <a:lnTo>
                  <a:pt x="1084" y="1356"/>
                </a:lnTo>
                <a:lnTo>
                  <a:pt x="1079" y="1360"/>
                </a:lnTo>
                <a:lnTo>
                  <a:pt x="1077" y="1361"/>
                </a:lnTo>
                <a:lnTo>
                  <a:pt x="1073" y="1362"/>
                </a:lnTo>
                <a:lnTo>
                  <a:pt x="1056" y="1367"/>
                </a:lnTo>
                <a:lnTo>
                  <a:pt x="1054" y="1367"/>
                </a:lnTo>
                <a:lnTo>
                  <a:pt x="1050" y="1367"/>
                </a:lnTo>
                <a:lnTo>
                  <a:pt x="1044" y="1368"/>
                </a:lnTo>
                <a:lnTo>
                  <a:pt x="1041" y="1368"/>
                </a:lnTo>
                <a:lnTo>
                  <a:pt x="1037" y="1370"/>
                </a:lnTo>
                <a:lnTo>
                  <a:pt x="1033" y="1368"/>
                </a:lnTo>
                <a:lnTo>
                  <a:pt x="1030" y="1368"/>
                </a:lnTo>
                <a:lnTo>
                  <a:pt x="1026" y="1368"/>
                </a:lnTo>
                <a:lnTo>
                  <a:pt x="1021" y="1367"/>
                </a:lnTo>
                <a:lnTo>
                  <a:pt x="1018" y="1366"/>
                </a:lnTo>
                <a:lnTo>
                  <a:pt x="1014" y="1365"/>
                </a:lnTo>
                <a:lnTo>
                  <a:pt x="1012" y="1363"/>
                </a:lnTo>
                <a:lnTo>
                  <a:pt x="1009" y="1362"/>
                </a:lnTo>
                <a:lnTo>
                  <a:pt x="1007" y="1361"/>
                </a:lnTo>
                <a:lnTo>
                  <a:pt x="1003" y="1360"/>
                </a:lnTo>
                <a:lnTo>
                  <a:pt x="1002" y="1359"/>
                </a:lnTo>
                <a:lnTo>
                  <a:pt x="1001" y="1356"/>
                </a:lnTo>
                <a:lnTo>
                  <a:pt x="997" y="1354"/>
                </a:lnTo>
                <a:lnTo>
                  <a:pt x="996" y="1352"/>
                </a:lnTo>
                <a:lnTo>
                  <a:pt x="992" y="1350"/>
                </a:lnTo>
                <a:lnTo>
                  <a:pt x="990" y="1346"/>
                </a:lnTo>
                <a:lnTo>
                  <a:pt x="989" y="1345"/>
                </a:lnTo>
                <a:lnTo>
                  <a:pt x="988" y="1343"/>
                </a:lnTo>
                <a:lnTo>
                  <a:pt x="986" y="1340"/>
                </a:lnTo>
                <a:lnTo>
                  <a:pt x="984" y="1335"/>
                </a:lnTo>
                <a:lnTo>
                  <a:pt x="983" y="1332"/>
                </a:lnTo>
                <a:lnTo>
                  <a:pt x="983" y="1330"/>
                </a:lnTo>
                <a:lnTo>
                  <a:pt x="981" y="1328"/>
                </a:lnTo>
                <a:lnTo>
                  <a:pt x="981" y="1326"/>
                </a:lnTo>
                <a:lnTo>
                  <a:pt x="980" y="1322"/>
                </a:lnTo>
                <a:lnTo>
                  <a:pt x="979" y="1306"/>
                </a:lnTo>
                <a:lnTo>
                  <a:pt x="979" y="1274"/>
                </a:lnTo>
                <a:lnTo>
                  <a:pt x="979" y="1112"/>
                </a:lnTo>
                <a:lnTo>
                  <a:pt x="968" y="1112"/>
                </a:lnTo>
                <a:lnTo>
                  <a:pt x="962" y="1112"/>
                </a:lnTo>
                <a:lnTo>
                  <a:pt x="956" y="1112"/>
                </a:lnTo>
                <a:lnTo>
                  <a:pt x="950" y="1111"/>
                </a:lnTo>
                <a:lnTo>
                  <a:pt x="946" y="1110"/>
                </a:lnTo>
                <a:lnTo>
                  <a:pt x="944" y="1108"/>
                </a:lnTo>
                <a:lnTo>
                  <a:pt x="943" y="1106"/>
                </a:lnTo>
                <a:lnTo>
                  <a:pt x="942" y="1105"/>
                </a:lnTo>
                <a:lnTo>
                  <a:pt x="942" y="1102"/>
                </a:lnTo>
                <a:lnTo>
                  <a:pt x="940" y="1101"/>
                </a:lnTo>
                <a:lnTo>
                  <a:pt x="940" y="1099"/>
                </a:lnTo>
                <a:lnTo>
                  <a:pt x="940" y="1097"/>
                </a:lnTo>
                <a:lnTo>
                  <a:pt x="942" y="1094"/>
                </a:lnTo>
                <a:lnTo>
                  <a:pt x="943" y="1090"/>
                </a:lnTo>
                <a:lnTo>
                  <a:pt x="944" y="1088"/>
                </a:lnTo>
                <a:lnTo>
                  <a:pt x="946" y="1086"/>
                </a:lnTo>
                <a:lnTo>
                  <a:pt x="951" y="1084"/>
                </a:lnTo>
                <a:lnTo>
                  <a:pt x="954" y="1083"/>
                </a:lnTo>
                <a:lnTo>
                  <a:pt x="956" y="1081"/>
                </a:lnTo>
                <a:lnTo>
                  <a:pt x="963" y="1079"/>
                </a:lnTo>
                <a:lnTo>
                  <a:pt x="966" y="1078"/>
                </a:lnTo>
                <a:lnTo>
                  <a:pt x="971" y="1075"/>
                </a:lnTo>
                <a:lnTo>
                  <a:pt x="974" y="1074"/>
                </a:lnTo>
                <a:lnTo>
                  <a:pt x="977" y="1073"/>
                </a:lnTo>
                <a:lnTo>
                  <a:pt x="978" y="1072"/>
                </a:lnTo>
                <a:lnTo>
                  <a:pt x="980" y="1071"/>
                </a:lnTo>
                <a:lnTo>
                  <a:pt x="983" y="1068"/>
                </a:lnTo>
                <a:lnTo>
                  <a:pt x="983" y="1067"/>
                </a:lnTo>
                <a:lnTo>
                  <a:pt x="984" y="1063"/>
                </a:lnTo>
                <a:lnTo>
                  <a:pt x="986" y="1056"/>
                </a:lnTo>
                <a:lnTo>
                  <a:pt x="988" y="1049"/>
                </a:lnTo>
                <a:lnTo>
                  <a:pt x="989" y="1030"/>
                </a:lnTo>
                <a:lnTo>
                  <a:pt x="990" y="1022"/>
                </a:lnTo>
                <a:lnTo>
                  <a:pt x="992" y="1014"/>
                </a:lnTo>
                <a:lnTo>
                  <a:pt x="995" y="1012"/>
                </a:lnTo>
                <a:lnTo>
                  <a:pt x="997" y="1009"/>
                </a:lnTo>
                <a:lnTo>
                  <a:pt x="1000" y="1007"/>
                </a:lnTo>
                <a:lnTo>
                  <a:pt x="1002" y="1006"/>
                </a:lnTo>
                <a:lnTo>
                  <a:pt x="1007" y="1006"/>
                </a:lnTo>
                <a:lnTo>
                  <a:pt x="1010" y="1007"/>
                </a:lnTo>
                <a:lnTo>
                  <a:pt x="1014" y="1008"/>
                </a:lnTo>
                <a:lnTo>
                  <a:pt x="1017" y="1011"/>
                </a:lnTo>
                <a:lnTo>
                  <a:pt x="1018" y="1013"/>
                </a:lnTo>
                <a:lnTo>
                  <a:pt x="1019" y="1014"/>
                </a:lnTo>
                <a:lnTo>
                  <a:pt x="1019" y="1017"/>
                </a:lnTo>
                <a:lnTo>
                  <a:pt x="1020" y="1023"/>
                </a:lnTo>
                <a:lnTo>
                  <a:pt x="1020" y="1035"/>
                </a:lnTo>
                <a:lnTo>
                  <a:pt x="1020" y="1075"/>
                </a:lnTo>
                <a:close/>
                <a:moveTo>
                  <a:pt x="359" y="1074"/>
                </a:moveTo>
                <a:lnTo>
                  <a:pt x="429" y="1074"/>
                </a:lnTo>
                <a:lnTo>
                  <a:pt x="428" y="1077"/>
                </a:lnTo>
                <a:lnTo>
                  <a:pt x="428" y="1079"/>
                </a:lnTo>
                <a:lnTo>
                  <a:pt x="427" y="1084"/>
                </a:lnTo>
                <a:lnTo>
                  <a:pt x="423" y="1099"/>
                </a:lnTo>
                <a:lnTo>
                  <a:pt x="419" y="1112"/>
                </a:lnTo>
                <a:lnTo>
                  <a:pt x="359" y="1112"/>
                </a:lnTo>
                <a:lnTo>
                  <a:pt x="359" y="1268"/>
                </a:lnTo>
                <a:lnTo>
                  <a:pt x="359" y="1296"/>
                </a:lnTo>
                <a:lnTo>
                  <a:pt x="359" y="1311"/>
                </a:lnTo>
                <a:lnTo>
                  <a:pt x="363" y="1319"/>
                </a:lnTo>
                <a:lnTo>
                  <a:pt x="364" y="1322"/>
                </a:lnTo>
                <a:lnTo>
                  <a:pt x="365" y="1323"/>
                </a:lnTo>
                <a:lnTo>
                  <a:pt x="369" y="1327"/>
                </a:lnTo>
                <a:lnTo>
                  <a:pt x="373" y="1329"/>
                </a:lnTo>
                <a:lnTo>
                  <a:pt x="377" y="1330"/>
                </a:lnTo>
                <a:lnTo>
                  <a:pt x="381" y="1332"/>
                </a:lnTo>
                <a:lnTo>
                  <a:pt x="388" y="1332"/>
                </a:lnTo>
                <a:lnTo>
                  <a:pt x="395" y="1330"/>
                </a:lnTo>
                <a:lnTo>
                  <a:pt x="399" y="1330"/>
                </a:lnTo>
                <a:lnTo>
                  <a:pt x="419" y="1323"/>
                </a:lnTo>
                <a:lnTo>
                  <a:pt x="423" y="1322"/>
                </a:lnTo>
                <a:lnTo>
                  <a:pt x="427" y="1322"/>
                </a:lnTo>
                <a:lnTo>
                  <a:pt x="429" y="1322"/>
                </a:lnTo>
                <a:lnTo>
                  <a:pt x="432" y="1322"/>
                </a:lnTo>
                <a:lnTo>
                  <a:pt x="436" y="1323"/>
                </a:lnTo>
                <a:lnTo>
                  <a:pt x="439" y="1327"/>
                </a:lnTo>
                <a:lnTo>
                  <a:pt x="440" y="1328"/>
                </a:lnTo>
                <a:lnTo>
                  <a:pt x="441" y="1332"/>
                </a:lnTo>
                <a:lnTo>
                  <a:pt x="442" y="1333"/>
                </a:lnTo>
                <a:lnTo>
                  <a:pt x="442" y="1335"/>
                </a:lnTo>
                <a:lnTo>
                  <a:pt x="441" y="1339"/>
                </a:lnTo>
                <a:lnTo>
                  <a:pt x="440" y="1343"/>
                </a:lnTo>
                <a:lnTo>
                  <a:pt x="433" y="1351"/>
                </a:lnTo>
                <a:lnTo>
                  <a:pt x="430" y="1352"/>
                </a:lnTo>
                <a:lnTo>
                  <a:pt x="429" y="1354"/>
                </a:lnTo>
                <a:lnTo>
                  <a:pt x="427" y="1355"/>
                </a:lnTo>
                <a:lnTo>
                  <a:pt x="424" y="1355"/>
                </a:lnTo>
                <a:lnTo>
                  <a:pt x="422" y="1357"/>
                </a:lnTo>
                <a:lnTo>
                  <a:pt x="418" y="1359"/>
                </a:lnTo>
                <a:lnTo>
                  <a:pt x="417" y="1360"/>
                </a:lnTo>
                <a:lnTo>
                  <a:pt x="412" y="1361"/>
                </a:lnTo>
                <a:lnTo>
                  <a:pt x="395" y="1366"/>
                </a:lnTo>
                <a:lnTo>
                  <a:pt x="392" y="1366"/>
                </a:lnTo>
                <a:lnTo>
                  <a:pt x="388" y="1367"/>
                </a:lnTo>
                <a:lnTo>
                  <a:pt x="383" y="1367"/>
                </a:lnTo>
                <a:lnTo>
                  <a:pt x="364" y="1367"/>
                </a:lnTo>
                <a:lnTo>
                  <a:pt x="360" y="1367"/>
                </a:lnTo>
                <a:lnTo>
                  <a:pt x="358" y="1366"/>
                </a:lnTo>
                <a:lnTo>
                  <a:pt x="355" y="1366"/>
                </a:lnTo>
                <a:lnTo>
                  <a:pt x="353" y="1366"/>
                </a:lnTo>
                <a:lnTo>
                  <a:pt x="352" y="1365"/>
                </a:lnTo>
                <a:lnTo>
                  <a:pt x="349" y="1365"/>
                </a:lnTo>
                <a:lnTo>
                  <a:pt x="347" y="1363"/>
                </a:lnTo>
                <a:lnTo>
                  <a:pt x="343" y="1361"/>
                </a:lnTo>
                <a:lnTo>
                  <a:pt x="341" y="1360"/>
                </a:lnTo>
                <a:lnTo>
                  <a:pt x="338" y="1359"/>
                </a:lnTo>
                <a:lnTo>
                  <a:pt x="337" y="1356"/>
                </a:lnTo>
                <a:lnTo>
                  <a:pt x="334" y="1354"/>
                </a:lnTo>
                <a:lnTo>
                  <a:pt x="330" y="1351"/>
                </a:lnTo>
                <a:lnTo>
                  <a:pt x="330" y="1350"/>
                </a:lnTo>
                <a:lnTo>
                  <a:pt x="328" y="1348"/>
                </a:lnTo>
                <a:lnTo>
                  <a:pt x="326" y="1346"/>
                </a:lnTo>
                <a:lnTo>
                  <a:pt x="325" y="1344"/>
                </a:lnTo>
                <a:lnTo>
                  <a:pt x="324" y="1341"/>
                </a:lnTo>
                <a:lnTo>
                  <a:pt x="323" y="1338"/>
                </a:lnTo>
                <a:lnTo>
                  <a:pt x="322" y="1337"/>
                </a:lnTo>
                <a:lnTo>
                  <a:pt x="320" y="1332"/>
                </a:lnTo>
                <a:lnTo>
                  <a:pt x="319" y="1328"/>
                </a:lnTo>
                <a:lnTo>
                  <a:pt x="319" y="1324"/>
                </a:lnTo>
                <a:lnTo>
                  <a:pt x="318" y="1317"/>
                </a:lnTo>
                <a:lnTo>
                  <a:pt x="318" y="1311"/>
                </a:lnTo>
                <a:lnTo>
                  <a:pt x="318" y="1304"/>
                </a:lnTo>
                <a:lnTo>
                  <a:pt x="318" y="1279"/>
                </a:lnTo>
                <a:lnTo>
                  <a:pt x="318" y="1112"/>
                </a:lnTo>
                <a:lnTo>
                  <a:pt x="307" y="1112"/>
                </a:lnTo>
                <a:lnTo>
                  <a:pt x="301" y="1112"/>
                </a:lnTo>
                <a:lnTo>
                  <a:pt x="295" y="1111"/>
                </a:lnTo>
                <a:lnTo>
                  <a:pt x="290" y="1111"/>
                </a:lnTo>
                <a:lnTo>
                  <a:pt x="285" y="1108"/>
                </a:lnTo>
                <a:lnTo>
                  <a:pt x="283" y="1107"/>
                </a:lnTo>
                <a:lnTo>
                  <a:pt x="282" y="1105"/>
                </a:lnTo>
                <a:lnTo>
                  <a:pt x="280" y="1103"/>
                </a:lnTo>
                <a:lnTo>
                  <a:pt x="279" y="1102"/>
                </a:lnTo>
                <a:lnTo>
                  <a:pt x="279" y="1100"/>
                </a:lnTo>
                <a:lnTo>
                  <a:pt x="279" y="1095"/>
                </a:lnTo>
                <a:lnTo>
                  <a:pt x="280" y="1090"/>
                </a:lnTo>
                <a:lnTo>
                  <a:pt x="282" y="1089"/>
                </a:lnTo>
                <a:lnTo>
                  <a:pt x="283" y="1088"/>
                </a:lnTo>
                <a:lnTo>
                  <a:pt x="285" y="1086"/>
                </a:lnTo>
                <a:lnTo>
                  <a:pt x="286" y="1085"/>
                </a:lnTo>
                <a:lnTo>
                  <a:pt x="289" y="1083"/>
                </a:lnTo>
                <a:lnTo>
                  <a:pt x="291" y="1081"/>
                </a:lnTo>
                <a:lnTo>
                  <a:pt x="297" y="1080"/>
                </a:lnTo>
                <a:lnTo>
                  <a:pt x="303" y="1078"/>
                </a:lnTo>
                <a:lnTo>
                  <a:pt x="309" y="1075"/>
                </a:lnTo>
                <a:lnTo>
                  <a:pt x="313" y="1074"/>
                </a:lnTo>
                <a:lnTo>
                  <a:pt x="314" y="1073"/>
                </a:lnTo>
                <a:lnTo>
                  <a:pt x="315" y="1072"/>
                </a:lnTo>
                <a:lnTo>
                  <a:pt x="319" y="1069"/>
                </a:lnTo>
                <a:lnTo>
                  <a:pt x="320" y="1068"/>
                </a:lnTo>
                <a:lnTo>
                  <a:pt x="322" y="1066"/>
                </a:lnTo>
                <a:lnTo>
                  <a:pt x="323" y="1062"/>
                </a:lnTo>
                <a:lnTo>
                  <a:pt x="324" y="1058"/>
                </a:lnTo>
                <a:lnTo>
                  <a:pt x="325" y="1056"/>
                </a:lnTo>
                <a:lnTo>
                  <a:pt x="325" y="1053"/>
                </a:lnTo>
                <a:lnTo>
                  <a:pt x="326" y="1049"/>
                </a:lnTo>
                <a:lnTo>
                  <a:pt x="326" y="1042"/>
                </a:lnTo>
                <a:lnTo>
                  <a:pt x="328" y="1029"/>
                </a:lnTo>
                <a:lnTo>
                  <a:pt x="330" y="1016"/>
                </a:lnTo>
                <a:lnTo>
                  <a:pt x="331" y="1013"/>
                </a:lnTo>
                <a:lnTo>
                  <a:pt x="334" y="1011"/>
                </a:lnTo>
                <a:lnTo>
                  <a:pt x="337" y="1007"/>
                </a:lnTo>
                <a:lnTo>
                  <a:pt x="340" y="1006"/>
                </a:lnTo>
                <a:lnTo>
                  <a:pt x="341" y="1006"/>
                </a:lnTo>
                <a:lnTo>
                  <a:pt x="343" y="1005"/>
                </a:lnTo>
                <a:lnTo>
                  <a:pt x="346" y="1005"/>
                </a:lnTo>
                <a:lnTo>
                  <a:pt x="348" y="1006"/>
                </a:lnTo>
                <a:lnTo>
                  <a:pt x="349" y="1006"/>
                </a:lnTo>
                <a:lnTo>
                  <a:pt x="352" y="1008"/>
                </a:lnTo>
                <a:lnTo>
                  <a:pt x="355" y="1011"/>
                </a:lnTo>
                <a:lnTo>
                  <a:pt x="357" y="1014"/>
                </a:lnTo>
                <a:lnTo>
                  <a:pt x="359" y="1017"/>
                </a:lnTo>
                <a:lnTo>
                  <a:pt x="359" y="1022"/>
                </a:lnTo>
                <a:lnTo>
                  <a:pt x="359" y="1025"/>
                </a:lnTo>
                <a:lnTo>
                  <a:pt x="359" y="1030"/>
                </a:lnTo>
                <a:lnTo>
                  <a:pt x="359" y="1040"/>
                </a:lnTo>
                <a:lnTo>
                  <a:pt x="359" y="1074"/>
                </a:lnTo>
                <a:close/>
                <a:moveTo>
                  <a:pt x="3668" y="962"/>
                </a:moveTo>
                <a:lnTo>
                  <a:pt x="3681" y="963"/>
                </a:lnTo>
                <a:lnTo>
                  <a:pt x="3682" y="966"/>
                </a:lnTo>
                <a:lnTo>
                  <a:pt x="3683" y="968"/>
                </a:lnTo>
                <a:lnTo>
                  <a:pt x="3684" y="970"/>
                </a:lnTo>
                <a:lnTo>
                  <a:pt x="3684" y="974"/>
                </a:lnTo>
                <a:lnTo>
                  <a:pt x="3684" y="979"/>
                </a:lnTo>
                <a:lnTo>
                  <a:pt x="3684" y="1000"/>
                </a:lnTo>
                <a:lnTo>
                  <a:pt x="3684" y="1064"/>
                </a:lnTo>
                <a:lnTo>
                  <a:pt x="3684" y="1239"/>
                </a:lnTo>
                <a:lnTo>
                  <a:pt x="3684" y="1295"/>
                </a:lnTo>
                <a:lnTo>
                  <a:pt x="3684" y="1312"/>
                </a:lnTo>
                <a:lnTo>
                  <a:pt x="3685" y="1321"/>
                </a:lnTo>
                <a:lnTo>
                  <a:pt x="3685" y="1328"/>
                </a:lnTo>
                <a:lnTo>
                  <a:pt x="3689" y="1330"/>
                </a:lnTo>
                <a:lnTo>
                  <a:pt x="3691" y="1330"/>
                </a:lnTo>
                <a:lnTo>
                  <a:pt x="3697" y="1333"/>
                </a:lnTo>
                <a:lnTo>
                  <a:pt x="3702" y="1335"/>
                </a:lnTo>
                <a:lnTo>
                  <a:pt x="3706" y="1337"/>
                </a:lnTo>
                <a:lnTo>
                  <a:pt x="3712" y="1338"/>
                </a:lnTo>
                <a:lnTo>
                  <a:pt x="3714" y="1339"/>
                </a:lnTo>
                <a:lnTo>
                  <a:pt x="3722" y="1343"/>
                </a:lnTo>
                <a:lnTo>
                  <a:pt x="3724" y="1344"/>
                </a:lnTo>
                <a:lnTo>
                  <a:pt x="3725" y="1345"/>
                </a:lnTo>
                <a:lnTo>
                  <a:pt x="3725" y="1348"/>
                </a:lnTo>
                <a:lnTo>
                  <a:pt x="3726" y="1351"/>
                </a:lnTo>
                <a:lnTo>
                  <a:pt x="3726" y="1356"/>
                </a:lnTo>
                <a:lnTo>
                  <a:pt x="3725" y="1359"/>
                </a:lnTo>
                <a:lnTo>
                  <a:pt x="3722" y="1362"/>
                </a:lnTo>
                <a:lnTo>
                  <a:pt x="3717" y="1363"/>
                </a:lnTo>
                <a:lnTo>
                  <a:pt x="3689" y="1365"/>
                </a:lnTo>
                <a:lnTo>
                  <a:pt x="3633" y="1365"/>
                </a:lnTo>
                <a:lnTo>
                  <a:pt x="3620" y="1365"/>
                </a:lnTo>
                <a:lnTo>
                  <a:pt x="3614" y="1365"/>
                </a:lnTo>
                <a:lnTo>
                  <a:pt x="3608" y="1363"/>
                </a:lnTo>
                <a:lnTo>
                  <a:pt x="3603" y="1359"/>
                </a:lnTo>
                <a:lnTo>
                  <a:pt x="3603" y="1357"/>
                </a:lnTo>
                <a:lnTo>
                  <a:pt x="3602" y="1356"/>
                </a:lnTo>
                <a:lnTo>
                  <a:pt x="3602" y="1351"/>
                </a:lnTo>
                <a:lnTo>
                  <a:pt x="3603" y="1346"/>
                </a:lnTo>
                <a:lnTo>
                  <a:pt x="3604" y="1345"/>
                </a:lnTo>
                <a:lnTo>
                  <a:pt x="3607" y="1344"/>
                </a:lnTo>
                <a:lnTo>
                  <a:pt x="3609" y="1341"/>
                </a:lnTo>
                <a:lnTo>
                  <a:pt x="3610" y="1341"/>
                </a:lnTo>
                <a:lnTo>
                  <a:pt x="3613" y="1340"/>
                </a:lnTo>
                <a:lnTo>
                  <a:pt x="3614" y="1340"/>
                </a:lnTo>
                <a:lnTo>
                  <a:pt x="3616" y="1339"/>
                </a:lnTo>
                <a:lnTo>
                  <a:pt x="3621" y="1338"/>
                </a:lnTo>
                <a:lnTo>
                  <a:pt x="3622" y="1337"/>
                </a:lnTo>
                <a:lnTo>
                  <a:pt x="3625" y="1337"/>
                </a:lnTo>
                <a:lnTo>
                  <a:pt x="3631" y="1334"/>
                </a:lnTo>
                <a:lnTo>
                  <a:pt x="3635" y="1333"/>
                </a:lnTo>
                <a:lnTo>
                  <a:pt x="3638" y="1330"/>
                </a:lnTo>
                <a:lnTo>
                  <a:pt x="3642" y="1329"/>
                </a:lnTo>
                <a:lnTo>
                  <a:pt x="3643" y="1328"/>
                </a:lnTo>
                <a:lnTo>
                  <a:pt x="3643" y="1327"/>
                </a:lnTo>
                <a:lnTo>
                  <a:pt x="3644" y="1326"/>
                </a:lnTo>
                <a:lnTo>
                  <a:pt x="3644" y="1323"/>
                </a:lnTo>
                <a:lnTo>
                  <a:pt x="3644" y="1317"/>
                </a:lnTo>
                <a:lnTo>
                  <a:pt x="3644" y="1306"/>
                </a:lnTo>
                <a:lnTo>
                  <a:pt x="3644" y="1249"/>
                </a:lnTo>
                <a:lnTo>
                  <a:pt x="3644" y="1091"/>
                </a:lnTo>
                <a:lnTo>
                  <a:pt x="3644" y="1040"/>
                </a:lnTo>
                <a:lnTo>
                  <a:pt x="3644" y="1027"/>
                </a:lnTo>
                <a:lnTo>
                  <a:pt x="3644" y="1019"/>
                </a:lnTo>
                <a:lnTo>
                  <a:pt x="3644" y="1013"/>
                </a:lnTo>
                <a:lnTo>
                  <a:pt x="3642" y="1012"/>
                </a:lnTo>
                <a:lnTo>
                  <a:pt x="3638" y="1012"/>
                </a:lnTo>
                <a:lnTo>
                  <a:pt x="3632" y="1012"/>
                </a:lnTo>
                <a:lnTo>
                  <a:pt x="3609" y="1012"/>
                </a:lnTo>
                <a:lnTo>
                  <a:pt x="3608" y="1012"/>
                </a:lnTo>
                <a:lnTo>
                  <a:pt x="3606" y="1009"/>
                </a:lnTo>
                <a:lnTo>
                  <a:pt x="3604" y="1008"/>
                </a:lnTo>
                <a:lnTo>
                  <a:pt x="3603" y="1006"/>
                </a:lnTo>
                <a:lnTo>
                  <a:pt x="3603" y="1003"/>
                </a:lnTo>
                <a:lnTo>
                  <a:pt x="3603" y="1001"/>
                </a:lnTo>
                <a:lnTo>
                  <a:pt x="3604" y="999"/>
                </a:lnTo>
                <a:lnTo>
                  <a:pt x="3604" y="996"/>
                </a:lnTo>
                <a:lnTo>
                  <a:pt x="3607" y="994"/>
                </a:lnTo>
                <a:lnTo>
                  <a:pt x="3612" y="991"/>
                </a:lnTo>
                <a:lnTo>
                  <a:pt x="3621" y="986"/>
                </a:lnTo>
                <a:lnTo>
                  <a:pt x="3624" y="985"/>
                </a:lnTo>
                <a:lnTo>
                  <a:pt x="3626" y="984"/>
                </a:lnTo>
                <a:lnTo>
                  <a:pt x="3630" y="983"/>
                </a:lnTo>
                <a:lnTo>
                  <a:pt x="3632" y="981"/>
                </a:lnTo>
                <a:lnTo>
                  <a:pt x="3635" y="980"/>
                </a:lnTo>
                <a:lnTo>
                  <a:pt x="3637" y="979"/>
                </a:lnTo>
                <a:lnTo>
                  <a:pt x="3638" y="978"/>
                </a:lnTo>
                <a:lnTo>
                  <a:pt x="3641" y="977"/>
                </a:lnTo>
                <a:lnTo>
                  <a:pt x="3643" y="975"/>
                </a:lnTo>
                <a:lnTo>
                  <a:pt x="3645" y="974"/>
                </a:lnTo>
                <a:lnTo>
                  <a:pt x="3648" y="973"/>
                </a:lnTo>
                <a:lnTo>
                  <a:pt x="3650" y="970"/>
                </a:lnTo>
                <a:lnTo>
                  <a:pt x="3651" y="970"/>
                </a:lnTo>
                <a:lnTo>
                  <a:pt x="3654" y="969"/>
                </a:lnTo>
                <a:lnTo>
                  <a:pt x="3656" y="968"/>
                </a:lnTo>
                <a:lnTo>
                  <a:pt x="3659" y="967"/>
                </a:lnTo>
                <a:lnTo>
                  <a:pt x="3664" y="964"/>
                </a:lnTo>
                <a:lnTo>
                  <a:pt x="3666" y="964"/>
                </a:lnTo>
                <a:lnTo>
                  <a:pt x="3668" y="963"/>
                </a:lnTo>
                <a:lnTo>
                  <a:pt x="3668" y="962"/>
                </a:lnTo>
                <a:close/>
                <a:moveTo>
                  <a:pt x="2161" y="1321"/>
                </a:moveTo>
                <a:lnTo>
                  <a:pt x="2154" y="1312"/>
                </a:lnTo>
                <a:lnTo>
                  <a:pt x="2150" y="1308"/>
                </a:lnTo>
                <a:lnTo>
                  <a:pt x="2150" y="1307"/>
                </a:lnTo>
                <a:lnTo>
                  <a:pt x="2148" y="1306"/>
                </a:lnTo>
                <a:lnTo>
                  <a:pt x="2147" y="1304"/>
                </a:lnTo>
                <a:lnTo>
                  <a:pt x="2144" y="1301"/>
                </a:lnTo>
                <a:lnTo>
                  <a:pt x="2143" y="1299"/>
                </a:lnTo>
                <a:lnTo>
                  <a:pt x="2142" y="1296"/>
                </a:lnTo>
                <a:lnTo>
                  <a:pt x="2142" y="1295"/>
                </a:lnTo>
                <a:lnTo>
                  <a:pt x="2139" y="1293"/>
                </a:lnTo>
                <a:lnTo>
                  <a:pt x="2138" y="1291"/>
                </a:lnTo>
                <a:lnTo>
                  <a:pt x="2137" y="1290"/>
                </a:lnTo>
                <a:lnTo>
                  <a:pt x="2137" y="1288"/>
                </a:lnTo>
                <a:lnTo>
                  <a:pt x="2136" y="1285"/>
                </a:lnTo>
                <a:lnTo>
                  <a:pt x="2133" y="1284"/>
                </a:lnTo>
                <a:lnTo>
                  <a:pt x="2133" y="1282"/>
                </a:lnTo>
                <a:lnTo>
                  <a:pt x="2132" y="1279"/>
                </a:lnTo>
                <a:lnTo>
                  <a:pt x="2131" y="1278"/>
                </a:lnTo>
                <a:lnTo>
                  <a:pt x="2130" y="1276"/>
                </a:lnTo>
                <a:lnTo>
                  <a:pt x="2129" y="1273"/>
                </a:lnTo>
                <a:lnTo>
                  <a:pt x="2126" y="1268"/>
                </a:lnTo>
                <a:lnTo>
                  <a:pt x="2125" y="1265"/>
                </a:lnTo>
                <a:lnTo>
                  <a:pt x="2124" y="1263"/>
                </a:lnTo>
                <a:lnTo>
                  <a:pt x="2124" y="1261"/>
                </a:lnTo>
                <a:lnTo>
                  <a:pt x="2121" y="1257"/>
                </a:lnTo>
                <a:lnTo>
                  <a:pt x="2121" y="1255"/>
                </a:lnTo>
                <a:lnTo>
                  <a:pt x="2119" y="1249"/>
                </a:lnTo>
                <a:lnTo>
                  <a:pt x="2118" y="1247"/>
                </a:lnTo>
                <a:lnTo>
                  <a:pt x="2118" y="1245"/>
                </a:lnTo>
                <a:lnTo>
                  <a:pt x="2116" y="1244"/>
                </a:lnTo>
                <a:lnTo>
                  <a:pt x="2116" y="1241"/>
                </a:lnTo>
                <a:lnTo>
                  <a:pt x="2115" y="1240"/>
                </a:lnTo>
                <a:lnTo>
                  <a:pt x="2115" y="1238"/>
                </a:lnTo>
                <a:lnTo>
                  <a:pt x="2114" y="1234"/>
                </a:lnTo>
                <a:lnTo>
                  <a:pt x="2112" y="1222"/>
                </a:lnTo>
                <a:lnTo>
                  <a:pt x="2107" y="1199"/>
                </a:lnTo>
                <a:lnTo>
                  <a:pt x="2106" y="1186"/>
                </a:lnTo>
                <a:lnTo>
                  <a:pt x="2106" y="1178"/>
                </a:lnTo>
                <a:lnTo>
                  <a:pt x="2104" y="1172"/>
                </a:lnTo>
                <a:lnTo>
                  <a:pt x="2104" y="1163"/>
                </a:lnTo>
                <a:lnTo>
                  <a:pt x="2104" y="1155"/>
                </a:lnTo>
                <a:lnTo>
                  <a:pt x="2106" y="1149"/>
                </a:lnTo>
                <a:lnTo>
                  <a:pt x="2106" y="1141"/>
                </a:lnTo>
                <a:lnTo>
                  <a:pt x="2107" y="1130"/>
                </a:lnTo>
                <a:lnTo>
                  <a:pt x="2112" y="1103"/>
                </a:lnTo>
                <a:lnTo>
                  <a:pt x="2113" y="1100"/>
                </a:lnTo>
                <a:lnTo>
                  <a:pt x="2114" y="1095"/>
                </a:lnTo>
                <a:lnTo>
                  <a:pt x="2114" y="1094"/>
                </a:lnTo>
                <a:lnTo>
                  <a:pt x="2115" y="1091"/>
                </a:lnTo>
                <a:lnTo>
                  <a:pt x="2115" y="1090"/>
                </a:lnTo>
                <a:lnTo>
                  <a:pt x="2116" y="1088"/>
                </a:lnTo>
                <a:lnTo>
                  <a:pt x="2118" y="1083"/>
                </a:lnTo>
                <a:lnTo>
                  <a:pt x="2119" y="1080"/>
                </a:lnTo>
                <a:lnTo>
                  <a:pt x="2120" y="1077"/>
                </a:lnTo>
                <a:lnTo>
                  <a:pt x="2121" y="1074"/>
                </a:lnTo>
                <a:lnTo>
                  <a:pt x="2122" y="1072"/>
                </a:lnTo>
                <a:lnTo>
                  <a:pt x="2124" y="1071"/>
                </a:lnTo>
                <a:lnTo>
                  <a:pt x="2125" y="1067"/>
                </a:lnTo>
                <a:lnTo>
                  <a:pt x="2126" y="1064"/>
                </a:lnTo>
                <a:lnTo>
                  <a:pt x="2127" y="1062"/>
                </a:lnTo>
                <a:lnTo>
                  <a:pt x="2129" y="1060"/>
                </a:lnTo>
                <a:lnTo>
                  <a:pt x="2130" y="1057"/>
                </a:lnTo>
                <a:lnTo>
                  <a:pt x="2131" y="1055"/>
                </a:lnTo>
                <a:lnTo>
                  <a:pt x="2132" y="1053"/>
                </a:lnTo>
                <a:lnTo>
                  <a:pt x="2133" y="1050"/>
                </a:lnTo>
                <a:lnTo>
                  <a:pt x="2136" y="1046"/>
                </a:lnTo>
                <a:lnTo>
                  <a:pt x="2137" y="1045"/>
                </a:lnTo>
                <a:lnTo>
                  <a:pt x="2138" y="1044"/>
                </a:lnTo>
                <a:lnTo>
                  <a:pt x="2139" y="1041"/>
                </a:lnTo>
                <a:lnTo>
                  <a:pt x="2141" y="1040"/>
                </a:lnTo>
                <a:lnTo>
                  <a:pt x="2142" y="1038"/>
                </a:lnTo>
                <a:lnTo>
                  <a:pt x="2143" y="1036"/>
                </a:lnTo>
                <a:lnTo>
                  <a:pt x="2143" y="1034"/>
                </a:lnTo>
                <a:lnTo>
                  <a:pt x="2145" y="1031"/>
                </a:lnTo>
                <a:lnTo>
                  <a:pt x="2147" y="1030"/>
                </a:lnTo>
                <a:lnTo>
                  <a:pt x="2149" y="1029"/>
                </a:lnTo>
                <a:lnTo>
                  <a:pt x="2151" y="1025"/>
                </a:lnTo>
                <a:lnTo>
                  <a:pt x="2154" y="1022"/>
                </a:lnTo>
                <a:lnTo>
                  <a:pt x="2159" y="1017"/>
                </a:lnTo>
                <a:lnTo>
                  <a:pt x="2165" y="1009"/>
                </a:lnTo>
                <a:lnTo>
                  <a:pt x="2171" y="1003"/>
                </a:lnTo>
                <a:lnTo>
                  <a:pt x="2172" y="1002"/>
                </a:lnTo>
                <a:lnTo>
                  <a:pt x="2176" y="999"/>
                </a:lnTo>
                <a:lnTo>
                  <a:pt x="2179" y="996"/>
                </a:lnTo>
                <a:lnTo>
                  <a:pt x="2183" y="994"/>
                </a:lnTo>
                <a:lnTo>
                  <a:pt x="2184" y="992"/>
                </a:lnTo>
                <a:lnTo>
                  <a:pt x="2187" y="991"/>
                </a:lnTo>
                <a:lnTo>
                  <a:pt x="2187" y="990"/>
                </a:lnTo>
                <a:lnTo>
                  <a:pt x="2189" y="989"/>
                </a:lnTo>
                <a:lnTo>
                  <a:pt x="2190" y="988"/>
                </a:lnTo>
                <a:lnTo>
                  <a:pt x="2193" y="986"/>
                </a:lnTo>
                <a:lnTo>
                  <a:pt x="2194" y="985"/>
                </a:lnTo>
                <a:lnTo>
                  <a:pt x="2196" y="985"/>
                </a:lnTo>
                <a:lnTo>
                  <a:pt x="2197" y="984"/>
                </a:lnTo>
                <a:lnTo>
                  <a:pt x="2201" y="981"/>
                </a:lnTo>
                <a:lnTo>
                  <a:pt x="2202" y="980"/>
                </a:lnTo>
                <a:lnTo>
                  <a:pt x="2206" y="978"/>
                </a:lnTo>
                <a:lnTo>
                  <a:pt x="2208" y="977"/>
                </a:lnTo>
                <a:lnTo>
                  <a:pt x="2211" y="975"/>
                </a:lnTo>
                <a:lnTo>
                  <a:pt x="2213" y="974"/>
                </a:lnTo>
                <a:lnTo>
                  <a:pt x="2216" y="973"/>
                </a:lnTo>
                <a:lnTo>
                  <a:pt x="2217" y="972"/>
                </a:lnTo>
                <a:lnTo>
                  <a:pt x="2220" y="970"/>
                </a:lnTo>
                <a:lnTo>
                  <a:pt x="2224" y="969"/>
                </a:lnTo>
                <a:lnTo>
                  <a:pt x="2226" y="968"/>
                </a:lnTo>
                <a:lnTo>
                  <a:pt x="2228" y="968"/>
                </a:lnTo>
                <a:lnTo>
                  <a:pt x="2230" y="967"/>
                </a:lnTo>
                <a:lnTo>
                  <a:pt x="2237" y="964"/>
                </a:lnTo>
                <a:lnTo>
                  <a:pt x="2239" y="963"/>
                </a:lnTo>
                <a:lnTo>
                  <a:pt x="2241" y="963"/>
                </a:lnTo>
                <a:lnTo>
                  <a:pt x="2242" y="962"/>
                </a:lnTo>
                <a:lnTo>
                  <a:pt x="2245" y="962"/>
                </a:lnTo>
                <a:lnTo>
                  <a:pt x="2251" y="959"/>
                </a:lnTo>
                <a:lnTo>
                  <a:pt x="2253" y="959"/>
                </a:lnTo>
                <a:lnTo>
                  <a:pt x="2255" y="958"/>
                </a:lnTo>
                <a:lnTo>
                  <a:pt x="2259" y="958"/>
                </a:lnTo>
                <a:lnTo>
                  <a:pt x="2261" y="957"/>
                </a:lnTo>
                <a:lnTo>
                  <a:pt x="2274" y="956"/>
                </a:lnTo>
                <a:lnTo>
                  <a:pt x="2283" y="956"/>
                </a:lnTo>
                <a:lnTo>
                  <a:pt x="2286" y="955"/>
                </a:lnTo>
                <a:lnTo>
                  <a:pt x="2289" y="955"/>
                </a:lnTo>
                <a:lnTo>
                  <a:pt x="2295" y="956"/>
                </a:lnTo>
                <a:lnTo>
                  <a:pt x="2315" y="956"/>
                </a:lnTo>
                <a:lnTo>
                  <a:pt x="2340" y="959"/>
                </a:lnTo>
                <a:lnTo>
                  <a:pt x="2342" y="961"/>
                </a:lnTo>
                <a:lnTo>
                  <a:pt x="2345" y="961"/>
                </a:lnTo>
                <a:lnTo>
                  <a:pt x="2346" y="962"/>
                </a:lnTo>
                <a:lnTo>
                  <a:pt x="2349" y="962"/>
                </a:lnTo>
                <a:lnTo>
                  <a:pt x="2351" y="963"/>
                </a:lnTo>
                <a:lnTo>
                  <a:pt x="2353" y="963"/>
                </a:lnTo>
                <a:lnTo>
                  <a:pt x="2355" y="964"/>
                </a:lnTo>
                <a:lnTo>
                  <a:pt x="2357" y="964"/>
                </a:lnTo>
                <a:lnTo>
                  <a:pt x="2358" y="966"/>
                </a:lnTo>
                <a:lnTo>
                  <a:pt x="2361" y="966"/>
                </a:lnTo>
                <a:lnTo>
                  <a:pt x="2362" y="967"/>
                </a:lnTo>
                <a:lnTo>
                  <a:pt x="2367" y="968"/>
                </a:lnTo>
                <a:lnTo>
                  <a:pt x="2369" y="969"/>
                </a:lnTo>
                <a:lnTo>
                  <a:pt x="2374" y="970"/>
                </a:lnTo>
                <a:lnTo>
                  <a:pt x="2376" y="973"/>
                </a:lnTo>
                <a:lnTo>
                  <a:pt x="2379" y="974"/>
                </a:lnTo>
                <a:lnTo>
                  <a:pt x="2381" y="975"/>
                </a:lnTo>
                <a:lnTo>
                  <a:pt x="2384" y="977"/>
                </a:lnTo>
                <a:lnTo>
                  <a:pt x="2386" y="978"/>
                </a:lnTo>
                <a:lnTo>
                  <a:pt x="2388" y="979"/>
                </a:lnTo>
                <a:lnTo>
                  <a:pt x="2391" y="980"/>
                </a:lnTo>
                <a:lnTo>
                  <a:pt x="2394" y="983"/>
                </a:lnTo>
                <a:lnTo>
                  <a:pt x="2396" y="984"/>
                </a:lnTo>
                <a:lnTo>
                  <a:pt x="2399" y="985"/>
                </a:lnTo>
                <a:lnTo>
                  <a:pt x="2400" y="986"/>
                </a:lnTo>
                <a:lnTo>
                  <a:pt x="2403" y="988"/>
                </a:lnTo>
                <a:lnTo>
                  <a:pt x="2405" y="990"/>
                </a:lnTo>
                <a:lnTo>
                  <a:pt x="2407" y="990"/>
                </a:lnTo>
                <a:lnTo>
                  <a:pt x="2407" y="991"/>
                </a:lnTo>
                <a:lnTo>
                  <a:pt x="2408" y="1067"/>
                </a:lnTo>
                <a:lnTo>
                  <a:pt x="2407" y="1071"/>
                </a:lnTo>
                <a:lnTo>
                  <a:pt x="2405" y="1072"/>
                </a:lnTo>
                <a:lnTo>
                  <a:pt x="2404" y="1073"/>
                </a:lnTo>
                <a:lnTo>
                  <a:pt x="2403" y="1075"/>
                </a:lnTo>
                <a:lnTo>
                  <a:pt x="2400" y="1077"/>
                </a:lnTo>
                <a:lnTo>
                  <a:pt x="2398" y="1077"/>
                </a:lnTo>
                <a:lnTo>
                  <a:pt x="2397" y="1078"/>
                </a:lnTo>
                <a:lnTo>
                  <a:pt x="2394" y="1078"/>
                </a:lnTo>
                <a:lnTo>
                  <a:pt x="2391" y="1078"/>
                </a:lnTo>
                <a:lnTo>
                  <a:pt x="2386" y="1078"/>
                </a:lnTo>
                <a:lnTo>
                  <a:pt x="2384" y="1077"/>
                </a:lnTo>
                <a:lnTo>
                  <a:pt x="2382" y="1074"/>
                </a:lnTo>
                <a:lnTo>
                  <a:pt x="2381" y="1073"/>
                </a:lnTo>
                <a:lnTo>
                  <a:pt x="2379" y="1072"/>
                </a:lnTo>
                <a:lnTo>
                  <a:pt x="2378" y="1068"/>
                </a:lnTo>
                <a:lnTo>
                  <a:pt x="2376" y="1066"/>
                </a:lnTo>
                <a:lnTo>
                  <a:pt x="2375" y="1062"/>
                </a:lnTo>
                <a:lnTo>
                  <a:pt x="2374" y="1057"/>
                </a:lnTo>
                <a:lnTo>
                  <a:pt x="2373" y="1053"/>
                </a:lnTo>
                <a:lnTo>
                  <a:pt x="2371" y="1050"/>
                </a:lnTo>
                <a:lnTo>
                  <a:pt x="2367" y="1035"/>
                </a:lnTo>
                <a:lnTo>
                  <a:pt x="2361" y="1020"/>
                </a:lnTo>
                <a:lnTo>
                  <a:pt x="2361" y="1014"/>
                </a:lnTo>
                <a:lnTo>
                  <a:pt x="2359" y="1013"/>
                </a:lnTo>
                <a:lnTo>
                  <a:pt x="2358" y="1008"/>
                </a:lnTo>
                <a:lnTo>
                  <a:pt x="2357" y="1005"/>
                </a:lnTo>
                <a:lnTo>
                  <a:pt x="2355" y="1003"/>
                </a:lnTo>
                <a:lnTo>
                  <a:pt x="2352" y="1000"/>
                </a:lnTo>
                <a:lnTo>
                  <a:pt x="2350" y="1000"/>
                </a:lnTo>
                <a:lnTo>
                  <a:pt x="2346" y="999"/>
                </a:lnTo>
                <a:lnTo>
                  <a:pt x="2345" y="997"/>
                </a:lnTo>
                <a:lnTo>
                  <a:pt x="2341" y="995"/>
                </a:lnTo>
                <a:lnTo>
                  <a:pt x="2339" y="995"/>
                </a:lnTo>
                <a:lnTo>
                  <a:pt x="2334" y="992"/>
                </a:lnTo>
                <a:lnTo>
                  <a:pt x="2333" y="992"/>
                </a:lnTo>
                <a:lnTo>
                  <a:pt x="2332" y="991"/>
                </a:lnTo>
                <a:lnTo>
                  <a:pt x="2327" y="990"/>
                </a:lnTo>
                <a:lnTo>
                  <a:pt x="2324" y="990"/>
                </a:lnTo>
                <a:lnTo>
                  <a:pt x="2316" y="988"/>
                </a:lnTo>
                <a:lnTo>
                  <a:pt x="2303" y="986"/>
                </a:lnTo>
                <a:lnTo>
                  <a:pt x="2294" y="985"/>
                </a:lnTo>
                <a:lnTo>
                  <a:pt x="2289" y="985"/>
                </a:lnTo>
                <a:lnTo>
                  <a:pt x="2286" y="985"/>
                </a:lnTo>
                <a:lnTo>
                  <a:pt x="2283" y="985"/>
                </a:lnTo>
                <a:lnTo>
                  <a:pt x="2277" y="985"/>
                </a:lnTo>
                <a:lnTo>
                  <a:pt x="2268" y="986"/>
                </a:lnTo>
                <a:lnTo>
                  <a:pt x="2247" y="992"/>
                </a:lnTo>
                <a:lnTo>
                  <a:pt x="2243" y="995"/>
                </a:lnTo>
                <a:lnTo>
                  <a:pt x="2240" y="996"/>
                </a:lnTo>
                <a:lnTo>
                  <a:pt x="2237" y="997"/>
                </a:lnTo>
                <a:lnTo>
                  <a:pt x="2235" y="999"/>
                </a:lnTo>
                <a:lnTo>
                  <a:pt x="2232" y="1000"/>
                </a:lnTo>
                <a:lnTo>
                  <a:pt x="2230" y="1001"/>
                </a:lnTo>
                <a:lnTo>
                  <a:pt x="2226" y="1003"/>
                </a:lnTo>
                <a:lnTo>
                  <a:pt x="2225" y="1005"/>
                </a:lnTo>
                <a:lnTo>
                  <a:pt x="2223" y="1006"/>
                </a:lnTo>
                <a:lnTo>
                  <a:pt x="2220" y="1007"/>
                </a:lnTo>
                <a:lnTo>
                  <a:pt x="2219" y="1009"/>
                </a:lnTo>
                <a:lnTo>
                  <a:pt x="2218" y="1011"/>
                </a:lnTo>
                <a:lnTo>
                  <a:pt x="2216" y="1011"/>
                </a:lnTo>
                <a:lnTo>
                  <a:pt x="2213" y="1014"/>
                </a:lnTo>
                <a:lnTo>
                  <a:pt x="2206" y="1022"/>
                </a:lnTo>
                <a:lnTo>
                  <a:pt x="2201" y="1027"/>
                </a:lnTo>
                <a:lnTo>
                  <a:pt x="2197" y="1029"/>
                </a:lnTo>
                <a:lnTo>
                  <a:pt x="2195" y="1033"/>
                </a:lnTo>
                <a:lnTo>
                  <a:pt x="2194" y="1035"/>
                </a:lnTo>
                <a:lnTo>
                  <a:pt x="2191" y="1038"/>
                </a:lnTo>
                <a:lnTo>
                  <a:pt x="2190" y="1039"/>
                </a:lnTo>
                <a:lnTo>
                  <a:pt x="2190" y="1041"/>
                </a:lnTo>
                <a:lnTo>
                  <a:pt x="2188" y="1042"/>
                </a:lnTo>
                <a:lnTo>
                  <a:pt x="2187" y="1044"/>
                </a:lnTo>
                <a:lnTo>
                  <a:pt x="2187" y="1046"/>
                </a:lnTo>
                <a:lnTo>
                  <a:pt x="2185" y="1049"/>
                </a:lnTo>
                <a:lnTo>
                  <a:pt x="2184" y="1050"/>
                </a:lnTo>
                <a:lnTo>
                  <a:pt x="2183" y="1052"/>
                </a:lnTo>
                <a:lnTo>
                  <a:pt x="2182" y="1055"/>
                </a:lnTo>
                <a:lnTo>
                  <a:pt x="2181" y="1057"/>
                </a:lnTo>
                <a:lnTo>
                  <a:pt x="2179" y="1058"/>
                </a:lnTo>
                <a:lnTo>
                  <a:pt x="2177" y="1063"/>
                </a:lnTo>
                <a:lnTo>
                  <a:pt x="2176" y="1067"/>
                </a:lnTo>
                <a:lnTo>
                  <a:pt x="2174" y="1069"/>
                </a:lnTo>
                <a:lnTo>
                  <a:pt x="2173" y="1072"/>
                </a:lnTo>
                <a:lnTo>
                  <a:pt x="2172" y="1075"/>
                </a:lnTo>
                <a:lnTo>
                  <a:pt x="2171" y="1081"/>
                </a:lnTo>
                <a:lnTo>
                  <a:pt x="2170" y="1084"/>
                </a:lnTo>
                <a:lnTo>
                  <a:pt x="2170" y="1085"/>
                </a:lnTo>
                <a:lnTo>
                  <a:pt x="2168" y="1088"/>
                </a:lnTo>
                <a:lnTo>
                  <a:pt x="2168" y="1089"/>
                </a:lnTo>
                <a:lnTo>
                  <a:pt x="2167" y="1092"/>
                </a:lnTo>
                <a:lnTo>
                  <a:pt x="2166" y="1095"/>
                </a:lnTo>
                <a:lnTo>
                  <a:pt x="2165" y="1102"/>
                </a:lnTo>
                <a:lnTo>
                  <a:pt x="2164" y="1105"/>
                </a:lnTo>
                <a:lnTo>
                  <a:pt x="2162" y="1113"/>
                </a:lnTo>
                <a:lnTo>
                  <a:pt x="2161" y="1118"/>
                </a:lnTo>
                <a:lnTo>
                  <a:pt x="2160" y="1122"/>
                </a:lnTo>
                <a:lnTo>
                  <a:pt x="2160" y="1127"/>
                </a:lnTo>
                <a:lnTo>
                  <a:pt x="2160" y="1132"/>
                </a:lnTo>
                <a:lnTo>
                  <a:pt x="2159" y="1138"/>
                </a:lnTo>
                <a:lnTo>
                  <a:pt x="2159" y="1146"/>
                </a:lnTo>
                <a:lnTo>
                  <a:pt x="2158" y="1151"/>
                </a:lnTo>
                <a:lnTo>
                  <a:pt x="2158" y="1157"/>
                </a:lnTo>
                <a:lnTo>
                  <a:pt x="2158" y="1168"/>
                </a:lnTo>
                <a:lnTo>
                  <a:pt x="2158" y="1174"/>
                </a:lnTo>
                <a:lnTo>
                  <a:pt x="2159" y="1180"/>
                </a:lnTo>
                <a:lnTo>
                  <a:pt x="2159" y="1190"/>
                </a:lnTo>
                <a:lnTo>
                  <a:pt x="2159" y="1196"/>
                </a:lnTo>
                <a:lnTo>
                  <a:pt x="2160" y="1202"/>
                </a:lnTo>
                <a:lnTo>
                  <a:pt x="2160" y="1206"/>
                </a:lnTo>
                <a:lnTo>
                  <a:pt x="2161" y="1211"/>
                </a:lnTo>
                <a:lnTo>
                  <a:pt x="2161" y="1215"/>
                </a:lnTo>
                <a:lnTo>
                  <a:pt x="2162" y="1218"/>
                </a:lnTo>
                <a:lnTo>
                  <a:pt x="2162" y="1221"/>
                </a:lnTo>
                <a:lnTo>
                  <a:pt x="2164" y="1224"/>
                </a:lnTo>
                <a:lnTo>
                  <a:pt x="2165" y="1230"/>
                </a:lnTo>
                <a:lnTo>
                  <a:pt x="2165" y="1233"/>
                </a:lnTo>
                <a:lnTo>
                  <a:pt x="2166" y="1234"/>
                </a:lnTo>
                <a:lnTo>
                  <a:pt x="2166" y="1236"/>
                </a:lnTo>
                <a:lnTo>
                  <a:pt x="2167" y="1239"/>
                </a:lnTo>
                <a:lnTo>
                  <a:pt x="2167" y="1241"/>
                </a:lnTo>
                <a:lnTo>
                  <a:pt x="2168" y="1244"/>
                </a:lnTo>
                <a:lnTo>
                  <a:pt x="2168" y="1245"/>
                </a:lnTo>
                <a:lnTo>
                  <a:pt x="2170" y="1247"/>
                </a:lnTo>
                <a:lnTo>
                  <a:pt x="2170" y="1249"/>
                </a:lnTo>
                <a:lnTo>
                  <a:pt x="2171" y="1250"/>
                </a:lnTo>
                <a:lnTo>
                  <a:pt x="2171" y="1252"/>
                </a:lnTo>
                <a:lnTo>
                  <a:pt x="2172" y="1256"/>
                </a:lnTo>
                <a:lnTo>
                  <a:pt x="2173" y="1258"/>
                </a:lnTo>
                <a:lnTo>
                  <a:pt x="2174" y="1262"/>
                </a:lnTo>
                <a:lnTo>
                  <a:pt x="2176" y="1265"/>
                </a:lnTo>
                <a:lnTo>
                  <a:pt x="2177" y="1268"/>
                </a:lnTo>
                <a:lnTo>
                  <a:pt x="2178" y="1271"/>
                </a:lnTo>
                <a:lnTo>
                  <a:pt x="2179" y="1273"/>
                </a:lnTo>
                <a:lnTo>
                  <a:pt x="2181" y="1276"/>
                </a:lnTo>
                <a:lnTo>
                  <a:pt x="2182" y="1278"/>
                </a:lnTo>
                <a:lnTo>
                  <a:pt x="2184" y="1279"/>
                </a:lnTo>
                <a:lnTo>
                  <a:pt x="2184" y="1282"/>
                </a:lnTo>
                <a:lnTo>
                  <a:pt x="2187" y="1284"/>
                </a:lnTo>
                <a:lnTo>
                  <a:pt x="2187" y="1287"/>
                </a:lnTo>
                <a:lnTo>
                  <a:pt x="2188" y="1288"/>
                </a:lnTo>
                <a:lnTo>
                  <a:pt x="2189" y="1290"/>
                </a:lnTo>
                <a:lnTo>
                  <a:pt x="2191" y="1291"/>
                </a:lnTo>
                <a:lnTo>
                  <a:pt x="2193" y="1293"/>
                </a:lnTo>
                <a:lnTo>
                  <a:pt x="2195" y="1295"/>
                </a:lnTo>
                <a:lnTo>
                  <a:pt x="2199" y="1300"/>
                </a:lnTo>
                <a:lnTo>
                  <a:pt x="2203" y="1306"/>
                </a:lnTo>
                <a:lnTo>
                  <a:pt x="2208" y="1311"/>
                </a:lnTo>
                <a:lnTo>
                  <a:pt x="2212" y="1315"/>
                </a:lnTo>
                <a:lnTo>
                  <a:pt x="2214" y="1316"/>
                </a:lnTo>
                <a:lnTo>
                  <a:pt x="2217" y="1318"/>
                </a:lnTo>
                <a:lnTo>
                  <a:pt x="2218" y="1319"/>
                </a:lnTo>
                <a:lnTo>
                  <a:pt x="2220" y="1319"/>
                </a:lnTo>
                <a:lnTo>
                  <a:pt x="2222" y="1322"/>
                </a:lnTo>
                <a:lnTo>
                  <a:pt x="2224" y="1322"/>
                </a:lnTo>
                <a:lnTo>
                  <a:pt x="2226" y="1323"/>
                </a:lnTo>
                <a:lnTo>
                  <a:pt x="2228" y="1324"/>
                </a:lnTo>
                <a:lnTo>
                  <a:pt x="2230" y="1326"/>
                </a:lnTo>
                <a:lnTo>
                  <a:pt x="2232" y="1327"/>
                </a:lnTo>
                <a:lnTo>
                  <a:pt x="2235" y="1328"/>
                </a:lnTo>
                <a:lnTo>
                  <a:pt x="2240" y="1330"/>
                </a:lnTo>
                <a:lnTo>
                  <a:pt x="2241" y="1330"/>
                </a:lnTo>
                <a:lnTo>
                  <a:pt x="2246" y="1333"/>
                </a:lnTo>
                <a:lnTo>
                  <a:pt x="2253" y="1335"/>
                </a:lnTo>
                <a:lnTo>
                  <a:pt x="2254" y="1335"/>
                </a:lnTo>
                <a:lnTo>
                  <a:pt x="2257" y="1337"/>
                </a:lnTo>
                <a:lnTo>
                  <a:pt x="2259" y="1337"/>
                </a:lnTo>
                <a:lnTo>
                  <a:pt x="2261" y="1337"/>
                </a:lnTo>
                <a:lnTo>
                  <a:pt x="2265" y="1338"/>
                </a:lnTo>
                <a:lnTo>
                  <a:pt x="2269" y="1338"/>
                </a:lnTo>
                <a:lnTo>
                  <a:pt x="2278" y="1339"/>
                </a:lnTo>
                <a:lnTo>
                  <a:pt x="2282" y="1340"/>
                </a:lnTo>
                <a:lnTo>
                  <a:pt x="2288" y="1340"/>
                </a:lnTo>
                <a:lnTo>
                  <a:pt x="2293" y="1340"/>
                </a:lnTo>
                <a:lnTo>
                  <a:pt x="2297" y="1339"/>
                </a:lnTo>
                <a:lnTo>
                  <a:pt x="2309" y="1338"/>
                </a:lnTo>
                <a:lnTo>
                  <a:pt x="2315" y="1337"/>
                </a:lnTo>
                <a:lnTo>
                  <a:pt x="2318" y="1337"/>
                </a:lnTo>
                <a:lnTo>
                  <a:pt x="2320" y="1335"/>
                </a:lnTo>
                <a:lnTo>
                  <a:pt x="2322" y="1335"/>
                </a:lnTo>
                <a:lnTo>
                  <a:pt x="2323" y="1334"/>
                </a:lnTo>
                <a:lnTo>
                  <a:pt x="2327" y="1333"/>
                </a:lnTo>
                <a:lnTo>
                  <a:pt x="2332" y="1332"/>
                </a:lnTo>
                <a:lnTo>
                  <a:pt x="2334" y="1329"/>
                </a:lnTo>
                <a:lnTo>
                  <a:pt x="2339" y="1327"/>
                </a:lnTo>
                <a:lnTo>
                  <a:pt x="2341" y="1326"/>
                </a:lnTo>
                <a:lnTo>
                  <a:pt x="2342" y="1324"/>
                </a:lnTo>
                <a:lnTo>
                  <a:pt x="2345" y="1323"/>
                </a:lnTo>
                <a:lnTo>
                  <a:pt x="2347" y="1319"/>
                </a:lnTo>
                <a:lnTo>
                  <a:pt x="2350" y="1318"/>
                </a:lnTo>
                <a:lnTo>
                  <a:pt x="2351" y="1315"/>
                </a:lnTo>
                <a:lnTo>
                  <a:pt x="2352" y="1312"/>
                </a:lnTo>
                <a:lnTo>
                  <a:pt x="2352" y="1311"/>
                </a:lnTo>
                <a:lnTo>
                  <a:pt x="2355" y="1306"/>
                </a:lnTo>
                <a:lnTo>
                  <a:pt x="2356" y="1301"/>
                </a:lnTo>
                <a:lnTo>
                  <a:pt x="2363" y="1284"/>
                </a:lnTo>
                <a:lnTo>
                  <a:pt x="2369" y="1267"/>
                </a:lnTo>
                <a:lnTo>
                  <a:pt x="2370" y="1263"/>
                </a:lnTo>
                <a:lnTo>
                  <a:pt x="2371" y="1261"/>
                </a:lnTo>
                <a:lnTo>
                  <a:pt x="2371" y="1260"/>
                </a:lnTo>
                <a:lnTo>
                  <a:pt x="2373" y="1257"/>
                </a:lnTo>
                <a:lnTo>
                  <a:pt x="2374" y="1255"/>
                </a:lnTo>
                <a:lnTo>
                  <a:pt x="2375" y="1252"/>
                </a:lnTo>
                <a:lnTo>
                  <a:pt x="2376" y="1250"/>
                </a:lnTo>
                <a:lnTo>
                  <a:pt x="2382" y="1245"/>
                </a:lnTo>
                <a:lnTo>
                  <a:pt x="2386" y="1245"/>
                </a:lnTo>
                <a:lnTo>
                  <a:pt x="2387" y="1244"/>
                </a:lnTo>
                <a:lnTo>
                  <a:pt x="2388" y="1244"/>
                </a:lnTo>
                <a:lnTo>
                  <a:pt x="2391" y="1245"/>
                </a:lnTo>
                <a:lnTo>
                  <a:pt x="2394" y="1245"/>
                </a:lnTo>
                <a:lnTo>
                  <a:pt x="2398" y="1246"/>
                </a:lnTo>
                <a:lnTo>
                  <a:pt x="2399" y="1247"/>
                </a:lnTo>
                <a:lnTo>
                  <a:pt x="2403" y="1250"/>
                </a:lnTo>
                <a:lnTo>
                  <a:pt x="2404" y="1252"/>
                </a:lnTo>
                <a:lnTo>
                  <a:pt x="2405" y="1255"/>
                </a:lnTo>
                <a:lnTo>
                  <a:pt x="2407" y="1261"/>
                </a:lnTo>
                <a:lnTo>
                  <a:pt x="2407" y="1276"/>
                </a:lnTo>
                <a:lnTo>
                  <a:pt x="2407" y="1328"/>
                </a:lnTo>
                <a:lnTo>
                  <a:pt x="2403" y="1330"/>
                </a:lnTo>
                <a:lnTo>
                  <a:pt x="2400" y="1334"/>
                </a:lnTo>
                <a:lnTo>
                  <a:pt x="2398" y="1335"/>
                </a:lnTo>
                <a:lnTo>
                  <a:pt x="2396" y="1337"/>
                </a:lnTo>
                <a:lnTo>
                  <a:pt x="2393" y="1338"/>
                </a:lnTo>
                <a:lnTo>
                  <a:pt x="2391" y="1340"/>
                </a:lnTo>
                <a:lnTo>
                  <a:pt x="2390" y="1341"/>
                </a:lnTo>
                <a:lnTo>
                  <a:pt x="2388" y="1341"/>
                </a:lnTo>
                <a:lnTo>
                  <a:pt x="2386" y="1343"/>
                </a:lnTo>
                <a:lnTo>
                  <a:pt x="2384" y="1344"/>
                </a:lnTo>
                <a:lnTo>
                  <a:pt x="2382" y="1346"/>
                </a:lnTo>
                <a:lnTo>
                  <a:pt x="2379" y="1348"/>
                </a:lnTo>
                <a:lnTo>
                  <a:pt x="2376" y="1349"/>
                </a:lnTo>
                <a:lnTo>
                  <a:pt x="2375" y="1350"/>
                </a:lnTo>
                <a:lnTo>
                  <a:pt x="2373" y="1351"/>
                </a:lnTo>
                <a:lnTo>
                  <a:pt x="2368" y="1352"/>
                </a:lnTo>
                <a:lnTo>
                  <a:pt x="2365" y="1354"/>
                </a:lnTo>
                <a:lnTo>
                  <a:pt x="2362" y="1355"/>
                </a:lnTo>
                <a:lnTo>
                  <a:pt x="2361" y="1356"/>
                </a:lnTo>
                <a:lnTo>
                  <a:pt x="2356" y="1357"/>
                </a:lnTo>
                <a:lnTo>
                  <a:pt x="2351" y="1360"/>
                </a:lnTo>
                <a:lnTo>
                  <a:pt x="2350" y="1360"/>
                </a:lnTo>
                <a:lnTo>
                  <a:pt x="2347" y="1361"/>
                </a:lnTo>
                <a:lnTo>
                  <a:pt x="2346" y="1361"/>
                </a:lnTo>
                <a:lnTo>
                  <a:pt x="2345" y="1362"/>
                </a:lnTo>
                <a:lnTo>
                  <a:pt x="2342" y="1362"/>
                </a:lnTo>
                <a:lnTo>
                  <a:pt x="2338" y="1363"/>
                </a:lnTo>
                <a:lnTo>
                  <a:pt x="2336" y="1365"/>
                </a:lnTo>
                <a:lnTo>
                  <a:pt x="2334" y="1365"/>
                </a:lnTo>
                <a:lnTo>
                  <a:pt x="2329" y="1366"/>
                </a:lnTo>
                <a:lnTo>
                  <a:pt x="2306" y="1370"/>
                </a:lnTo>
                <a:lnTo>
                  <a:pt x="2299" y="1370"/>
                </a:lnTo>
                <a:lnTo>
                  <a:pt x="2294" y="1371"/>
                </a:lnTo>
                <a:lnTo>
                  <a:pt x="2287" y="1371"/>
                </a:lnTo>
                <a:lnTo>
                  <a:pt x="2281" y="1371"/>
                </a:lnTo>
                <a:lnTo>
                  <a:pt x="2276" y="1370"/>
                </a:lnTo>
                <a:lnTo>
                  <a:pt x="2263" y="1370"/>
                </a:lnTo>
                <a:lnTo>
                  <a:pt x="2259" y="1368"/>
                </a:lnTo>
                <a:lnTo>
                  <a:pt x="2254" y="1368"/>
                </a:lnTo>
                <a:lnTo>
                  <a:pt x="2252" y="1367"/>
                </a:lnTo>
                <a:lnTo>
                  <a:pt x="2248" y="1367"/>
                </a:lnTo>
                <a:lnTo>
                  <a:pt x="2246" y="1366"/>
                </a:lnTo>
                <a:lnTo>
                  <a:pt x="2243" y="1366"/>
                </a:lnTo>
                <a:lnTo>
                  <a:pt x="2236" y="1365"/>
                </a:lnTo>
                <a:lnTo>
                  <a:pt x="2230" y="1362"/>
                </a:lnTo>
                <a:lnTo>
                  <a:pt x="2229" y="1362"/>
                </a:lnTo>
                <a:lnTo>
                  <a:pt x="2226" y="1361"/>
                </a:lnTo>
                <a:lnTo>
                  <a:pt x="2223" y="1360"/>
                </a:lnTo>
                <a:lnTo>
                  <a:pt x="2218" y="1359"/>
                </a:lnTo>
                <a:lnTo>
                  <a:pt x="2216" y="1357"/>
                </a:lnTo>
                <a:lnTo>
                  <a:pt x="2213" y="1356"/>
                </a:lnTo>
                <a:lnTo>
                  <a:pt x="2210" y="1354"/>
                </a:lnTo>
                <a:lnTo>
                  <a:pt x="2207" y="1352"/>
                </a:lnTo>
                <a:lnTo>
                  <a:pt x="2205" y="1351"/>
                </a:lnTo>
                <a:lnTo>
                  <a:pt x="2202" y="1351"/>
                </a:lnTo>
                <a:lnTo>
                  <a:pt x="2200" y="1350"/>
                </a:lnTo>
                <a:lnTo>
                  <a:pt x="2197" y="1349"/>
                </a:lnTo>
                <a:lnTo>
                  <a:pt x="2196" y="1346"/>
                </a:lnTo>
                <a:lnTo>
                  <a:pt x="2194" y="1346"/>
                </a:lnTo>
                <a:lnTo>
                  <a:pt x="2190" y="1344"/>
                </a:lnTo>
                <a:lnTo>
                  <a:pt x="2189" y="1343"/>
                </a:lnTo>
                <a:lnTo>
                  <a:pt x="2187" y="1341"/>
                </a:lnTo>
                <a:lnTo>
                  <a:pt x="2185" y="1340"/>
                </a:lnTo>
                <a:lnTo>
                  <a:pt x="2184" y="1339"/>
                </a:lnTo>
                <a:lnTo>
                  <a:pt x="2183" y="1338"/>
                </a:lnTo>
                <a:lnTo>
                  <a:pt x="2181" y="1337"/>
                </a:lnTo>
                <a:lnTo>
                  <a:pt x="2178" y="1335"/>
                </a:lnTo>
                <a:lnTo>
                  <a:pt x="2177" y="1334"/>
                </a:lnTo>
                <a:lnTo>
                  <a:pt x="2174" y="1332"/>
                </a:lnTo>
                <a:lnTo>
                  <a:pt x="2172" y="1329"/>
                </a:lnTo>
                <a:lnTo>
                  <a:pt x="2168" y="1327"/>
                </a:lnTo>
                <a:lnTo>
                  <a:pt x="2166" y="1323"/>
                </a:lnTo>
                <a:lnTo>
                  <a:pt x="2164" y="1322"/>
                </a:lnTo>
                <a:lnTo>
                  <a:pt x="2161" y="1321"/>
                </a:lnTo>
                <a:close/>
                <a:moveTo>
                  <a:pt x="212" y="970"/>
                </a:moveTo>
                <a:lnTo>
                  <a:pt x="214" y="1019"/>
                </a:lnTo>
                <a:lnTo>
                  <a:pt x="214" y="1027"/>
                </a:lnTo>
                <a:lnTo>
                  <a:pt x="215" y="1029"/>
                </a:lnTo>
                <a:lnTo>
                  <a:pt x="215" y="1034"/>
                </a:lnTo>
                <a:lnTo>
                  <a:pt x="214" y="1041"/>
                </a:lnTo>
                <a:lnTo>
                  <a:pt x="214" y="1044"/>
                </a:lnTo>
                <a:lnTo>
                  <a:pt x="213" y="1045"/>
                </a:lnTo>
                <a:lnTo>
                  <a:pt x="210" y="1047"/>
                </a:lnTo>
                <a:lnTo>
                  <a:pt x="205" y="1050"/>
                </a:lnTo>
                <a:lnTo>
                  <a:pt x="202" y="1051"/>
                </a:lnTo>
                <a:lnTo>
                  <a:pt x="197" y="1051"/>
                </a:lnTo>
                <a:lnTo>
                  <a:pt x="195" y="1051"/>
                </a:lnTo>
                <a:lnTo>
                  <a:pt x="192" y="1050"/>
                </a:lnTo>
                <a:lnTo>
                  <a:pt x="191" y="1049"/>
                </a:lnTo>
                <a:lnTo>
                  <a:pt x="189" y="1047"/>
                </a:lnTo>
                <a:lnTo>
                  <a:pt x="186" y="1044"/>
                </a:lnTo>
                <a:lnTo>
                  <a:pt x="184" y="1034"/>
                </a:lnTo>
                <a:lnTo>
                  <a:pt x="183" y="1031"/>
                </a:lnTo>
                <a:lnTo>
                  <a:pt x="181" y="1028"/>
                </a:lnTo>
                <a:lnTo>
                  <a:pt x="179" y="1022"/>
                </a:lnTo>
                <a:lnTo>
                  <a:pt x="178" y="1019"/>
                </a:lnTo>
                <a:lnTo>
                  <a:pt x="178" y="1017"/>
                </a:lnTo>
                <a:lnTo>
                  <a:pt x="176" y="1016"/>
                </a:lnTo>
                <a:lnTo>
                  <a:pt x="176" y="1014"/>
                </a:lnTo>
                <a:lnTo>
                  <a:pt x="174" y="1007"/>
                </a:lnTo>
                <a:lnTo>
                  <a:pt x="173" y="1005"/>
                </a:lnTo>
                <a:lnTo>
                  <a:pt x="172" y="1002"/>
                </a:lnTo>
                <a:lnTo>
                  <a:pt x="170" y="1001"/>
                </a:lnTo>
                <a:lnTo>
                  <a:pt x="168" y="999"/>
                </a:lnTo>
                <a:lnTo>
                  <a:pt x="164" y="996"/>
                </a:lnTo>
                <a:lnTo>
                  <a:pt x="161" y="995"/>
                </a:lnTo>
                <a:lnTo>
                  <a:pt x="152" y="991"/>
                </a:lnTo>
                <a:lnTo>
                  <a:pt x="143" y="989"/>
                </a:lnTo>
                <a:lnTo>
                  <a:pt x="133" y="988"/>
                </a:lnTo>
                <a:lnTo>
                  <a:pt x="123" y="988"/>
                </a:lnTo>
                <a:lnTo>
                  <a:pt x="114" y="989"/>
                </a:lnTo>
                <a:lnTo>
                  <a:pt x="109" y="989"/>
                </a:lnTo>
                <a:lnTo>
                  <a:pt x="104" y="990"/>
                </a:lnTo>
                <a:lnTo>
                  <a:pt x="99" y="991"/>
                </a:lnTo>
                <a:lnTo>
                  <a:pt x="95" y="992"/>
                </a:lnTo>
                <a:lnTo>
                  <a:pt x="91" y="994"/>
                </a:lnTo>
                <a:lnTo>
                  <a:pt x="87" y="996"/>
                </a:lnTo>
                <a:lnTo>
                  <a:pt x="85" y="997"/>
                </a:lnTo>
                <a:lnTo>
                  <a:pt x="81" y="999"/>
                </a:lnTo>
                <a:lnTo>
                  <a:pt x="79" y="1000"/>
                </a:lnTo>
                <a:lnTo>
                  <a:pt x="77" y="1002"/>
                </a:lnTo>
                <a:lnTo>
                  <a:pt x="75" y="1003"/>
                </a:lnTo>
                <a:lnTo>
                  <a:pt x="74" y="1005"/>
                </a:lnTo>
                <a:lnTo>
                  <a:pt x="71" y="1006"/>
                </a:lnTo>
                <a:lnTo>
                  <a:pt x="69" y="1008"/>
                </a:lnTo>
                <a:lnTo>
                  <a:pt x="68" y="1011"/>
                </a:lnTo>
                <a:lnTo>
                  <a:pt x="65" y="1013"/>
                </a:lnTo>
                <a:lnTo>
                  <a:pt x="64" y="1014"/>
                </a:lnTo>
                <a:lnTo>
                  <a:pt x="63" y="1016"/>
                </a:lnTo>
                <a:lnTo>
                  <a:pt x="62" y="1018"/>
                </a:lnTo>
                <a:lnTo>
                  <a:pt x="60" y="1020"/>
                </a:lnTo>
                <a:lnTo>
                  <a:pt x="59" y="1024"/>
                </a:lnTo>
                <a:lnTo>
                  <a:pt x="58" y="1027"/>
                </a:lnTo>
                <a:lnTo>
                  <a:pt x="57" y="1028"/>
                </a:lnTo>
                <a:lnTo>
                  <a:pt x="57" y="1029"/>
                </a:lnTo>
                <a:lnTo>
                  <a:pt x="56" y="1031"/>
                </a:lnTo>
                <a:lnTo>
                  <a:pt x="56" y="1034"/>
                </a:lnTo>
                <a:lnTo>
                  <a:pt x="54" y="1036"/>
                </a:lnTo>
                <a:lnTo>
                  <a:pt x="54" y="1040"/>
                </a:lnTo>
                <a:lnTo>
                  <a:pt x="54" y="1046"/>
                </a:lnTo>
                <a:lnTo>
                  <a:pt x="53" y="1053"/>
                </a:lnTo>
                <a:lnTo>
                  <a:pt x="54" y="1058"/>
                </a:lnTo>
                <a:lnTo>
                  <a:pt x="54" y="1062"/>
                </a:lnTo>
                <a:lnTo>
                  <a:pt x="54" y="1064"/>
                </a:lnTo>
                <a:lnTo>
                  <a:pt x="56" y="1067"/>
                </a:lnTo>
                <a:lnTo>
                  <a:pt x="56" y="1069"/>
                </a:lnTo>
                <a:lnTo>
                  <a:pt x="57" y="1072"/>
                </a:lnTo>
                <a:lnTo>
                  <a:pt x="58" y="1074"/>
                </a:lnTo>
                <a:lnTo>
                  <a:pt x="59" y="1077"/>
                </a:lnTo>
                <a:lnTo>
                  <a:pt x="62" y="1081"/>
                </a:lnTo>
                <a:lnTo>
                  <a:pt x="63" y="1083"/>
                </a:lnTo>
                <a:lnTo>
                  <a:pt x="64" y="1085"/>
                </a:lnTo>
                <a:lnTo>
                  <a:pt x="66" y="1086"/>
                </a:lnTo>
                <a:lnTo>
                  <a:pt x="69" y="1089"/>
                </a:lnTo>
                <a:lnTo>
                  <a:pt x="74" y="1095"/>
                </a:lnTo>
                <a:lnTo>
                  <a:pt x="80" y="1101"/>
                </a:lnTo>
                <a:lnTo>
                  <a:pt x="82" y="1103"/>
                </a:lnTo>
                <a:lnTo>
                  <a:pt x="85" y="1106"/>
                </a:lnTo>
                <a:lnTo>
                  <a:pt x="87" y="1107"/>
                </a:lnTo>
                <a:lnTo>
                  <a:pt x="89" y="1110"/>
                </a:lnTo>
                <a:lnTo>
                  <a:pt x="92" y="1111"/>
                </a:lnTo>
                <a:lnTo>
                  <a:pt x="93" y="1112"/>
                </a:lnTo>
                <a:lnTo>
                  <a:pt x="95" y="1113"/>
                </a:lnTo>
                <a:lnTo>
                  <a:pt x="97" y="1114"/>
                </a:lnTo>
                <a:lnTo>
                  <a:pt x="98" y="1116"/>
                </a:lnTo>
                <a:lnTo>
                  <a:pt x="100" y="1117"/>
                </a:lnTo>
                <a:lnTo>
                  <a:pt x="103" y="1117"/>
                </a:lnTo>
                <a:lnTo>
                  <a:pt x="104" y="1118"/>
                </a:lnTo>
                <a:lnTo>
                  <a:pt x="106" y="1119"/>
                </a:lnTo>
                <a:lnTo>
                  <a:pt x="108" y="1121"/>
                </a:lnTo>
                <a:lnTo>
                  <a:pt x="110" y="1122"/>
                </a:lnTo>
                <a:lnTo>
                  <a:pt x="114" y="1124"/>
                </a:lnTo>
                <a:lnTo>
                  <a:pt x="118" y="1127"/>
                </a:lnTo>
                <a:lnTo>
                  <a:pt x="122" y="1129"/>
                </a:lnTo>
                <a:lnTo>
                  <a:pt x="124" y="1130"/>
                </a:lnTo>
                <a:lnTo>
                  <a:pt x="127" y="1132"/>
                </a:lnTo>
                <a:lnTo>
                  <a:pt x="128" y="1133"/>
                </a:lnTo>
                <a:lnTo>
                  <a:pt x="131" y="1133"/>
                </a:lnTo>
                <a:lnTo>
                  <a:pt x="133" y="1134"/>
                </a:lnTo>
                <a:lnTo>
                  <a:pt x="134" y="1135"/>
                </a:lnTo>
                <a:lnTo>
                  <a:pt x="137" y="1136"/>
                </a:lnTo>
                <a:lnTo>
                  <a:pt x="139" y="1138"/>
                </a:lnTo>
                <a:lnTo>
                  <a:pt x="141" y="1139"/>
                </a:lnTo>
                <a:lnTo>
                  <a:pt x="143" y="1141"/>
                </a:lnTo>
                <a:lnTo>
                  <a:pt x="145" y="1141"/>
                </a:lnTo>
                <a:lnTo>
                  <a:pt x="146" y="1144"/>
                </a:lnTo>
                <a:lnTo>
                  <a:pt x="150" y="1145"/>
                </a:lnTo>
                <a:lnTo>
                  <a:pt x="154" y="1146"/>
                </a:lnTo>
                <a:lnTo>
                  <a:pt x="156" y="1147"/>
                </a:lnTo>
                <a:lnTo>
                  <a:pt x="158" y="1150"/>
                </a:lnTo>
                <a:lnTo>
                  <a:pt x="162" y="1151"/>
                </a:lnTo>
                <a:lnTo>
                  <a:pt x="163" y="1152"/>
                </a:lnTo>
                <a:lnTo>
                  <a:pt x="167" y="1155"/>
                </a:lnTo>
                <a:lnTo>
                  <a:pt x="168" y="1156"/>
                </a:lnTo>
                <a:lnTo>
                  <a:pt x="170" y="1157"/>
                </a:lnTo>
                <a:lnTo>
                  <a:pt x="172" y="1158"/>
                </a:lnTo>
                <a:lnTo>
                  <a:pt x="173" y="1160"/>
                </a:lnTo>
                <a:lnTo>
                  <a:pt x="175" y="1161"/>
                </a:lnTo>
                <a:lnTo>
                  <a:pt x="176" y="1162"/>
                </a:lnTo>
                <a:lnTo>
                  <a:pt x="178" y="1163"/>
                </a:lnTo>
                <a:lnTo>
                  <a:pt x="180" y="1164"/>
                </a:lnTo>
                <a:lnTo>
                  <a:pt x="183" y="1167"/>
                </a:lnTo>
                <a:lnTo>
                  <a:pt x="185" y="1169"/>
                </a:lnTo>
                <a:lnTo>
                  <a:pt x="189" y="1172"/>
                </a:lnTo>
                <a:lnTo>
                  <a:pt x="193" y="1175"/>
                </a:lnTo>
                <a:lnTo>
                  <a:pt x="199" y="1182"/>
                </a:lnTo>
                <a:lnTo>
                  <a:pt x="203" y="1185"/>
                </a:lnTo>
                <a:lnTo>
                  <a:pt x="207" y="1189"/>
                </a:lnTo>
                <a:lnTo>
                  <a:pt x="209" y="1191"/>
                </a:lnTo>
                <a:lnTo>
                  <a:pt x="212" y="1194"/>
                </a:lnTo>
                <a:lnTo>
                  <a:pt x="213" y="1196"/>
                </a:lnTo>
                <a:lnTo>
                  <a:pt x="214" y="1199"/>
                </a:lnTo>
                <a:lnTo>
                  <a:pt x="214" y="1201"/>
                </a:lnTo>
                <a:lnTo>
                  <a:pt x="216" y="1204"/>
                </a:lnTo>
                <a:lnTo>
                  <a:pt x="218" y="1205"/>
                </a:lnTo>
                <a:lnTo>
                  <a:pt x="219" y="1207"/>
                </a:lnTo>
                <a:lnTo>
                  <a:pt x="220" y="1210"/>
                </a:lnTo>
                <a:lnTo>
                  <a:pt x="221" y="1213"/>
                </a:lnTo>
                <a:lnTo>
                  <a:pt x="227" y="1230"/>
                </a:lnTo>
                <a:lnTo>
                  <a:pt x="227" y="1233"/>
                </a:lnTo>
                <a:lnTo>
                  <a:pt x="228" y="1236"/>
                </a:lnTo>
                <a:lnTo>
                  <a:pt x="228" y="1240"/>
                </a:lnTo>
                <a:lnTo>
                  <a:pt x="228" y="1247"/>
                </a:lnTo>
                <a:lnTo>
                  <a:pt x="230" y="1250"/>
                </a:lnTo>
                <a:lnTo>
                  <a:pt x="230" y="1255"/>
                </a:lnTo>
                <a:lnTo>
                  <a:pt x="230" y="1258"/>
                </a:lnTo>
                <a:lnTo>
                  <a:pt x="228" y="1261"/>
                </a:lnTo>
                <a:lnTo>
                  <a:pt x="228" y="1266"/>
                </a:lnTo>
                <a:lnTo>
                  <a:pt x="228" y="1277"/>
                </a:lnTo>
                <a:lnTo>
                  <a:pt x="227" y="1279"/>
                </a:lnTo>
                <a:lnTo>
                  <a:pt x="227" y="1283"/>
                </a:lnTo>
                <a:lnTo>
                  <a:pt x="226" y="1285"/>
                </a:lnTo>
                <a:lnTo>
                  <a:pt x="226" y="1288"/>
                </a:lnTo>
                <a:lnTo>
                  <a:pt x="225" y="1290"/>
                </a:lnTo>
                <a:lnTo>
                  <a:pt x="225" y="1291"/>
                </a:lnTo>
                <a:lnTo>
                  <a:pt x="224" y="1293"/>
                </a:lnTo>
                <a:lnTo>
                  <a:pt x="224" y="1295"/>
                </a:lnTo>
                <a:lnTo>
                  <a:pt x="222" y="1299"/>
                </a:lnTo>
                <a:lnTo>
                  <a:pt x="221" y="1301"/>
                </a:lnTo>
                <a:lnTo>
                  <a:pt x="220" y="1304"/>
                </a:lnTo>
                <a:lnTo>
                  <a:pt x="219" y="1306"/>
                </a:lnTo>
                <a:lnTo>
                  <a:pt x="218" y="1308"/>
                </a:lnTo>
                <a:lnTo>
                  <a:pt x="216" y="1311"/>
                </a:lnTo>
                <a:lnTo>
                  <a:pt x="214" y="1316"/>
                </a:lnTo>
                <a:lnTo>
                  <a:pt x="213" y="1317"/>
                </a:lnTo>
                <a:lnTo>
                  <a:pt x="212" y="1319"/>
                </a:lnTo>
                <a:lnTo>
                  <a:pt x="210" y="1321"/>
                </a:lnTo>
                <a:lnTo>
                  <a:pt x="209" y="1322"/>
                </a:lnTo>
                <a:lnTo>
                  <a:pt x="208" y="1323"/>
                </a:lnTo>
                <a:lnTo>
                  <a:pt x="205" y="1326"/>
                </a:lnTo>
                <a:lnTo>
                  <a:pt x="202" y="1330"/>
                </a:lnTo>
                <a:lnTo>
                  <a:pt x="197" y="1337"/>
                </a:lnTo>
                <a:lnTo>
                  <a:pt x="196" y="1338"/>
                </a:lnTo>
                <a:lnTo>
                  <a:pt x="191" y="1341"/>
                </a:lnTo>
                <a:lnTo>
                  <a:pt x="190" y="1343"/>
                </a:lnTo>
                <a:lnTo>
                  <a:pt x="187" y="1344"/>
                </a:lnTo>
                <a:lnTo>
                  <a:pt x="186" y="1345"/>
                </a:lnTo>
                <a:lnTo>
                  <a:pt x="185" y="1346"/>
                </a:lnTo>
                <a:lnTo>
                  <a:pt x="184" y="1348"/>
                </a:lnTo>
                <a:lnTo>
                  <a:pt x="180" y="1349"/>
                </a:lnTo>
                <a:lnTo>
                  <a:pt x="179" y="1350"/>
                </a:lnTo>
                <a:lnTo>
                  <a:pt x="176" y="1351"/>
                </a:lnTo>
                <a:lnTo>
                  <a:pt x="174" y="1352"/>
                </a:lnTo>
                <a:lnTo>
                  <a:pt x="173" y="1354"/>
                </a:lnTo>
                <a:lnTo>
                  <a:pt x="169" y="1355"/>
                </a:lnTo>
                <a:lnTo>
                  <a:pt x="168" y="1356"/>
                </a:lnTo>
                <a:lnTo>
                  <a:pt x="164" y="1357"/>
                </a:lnTo>
                <a:lnTo>
                  <a:pt x="145" y="1365"/>
                </a:lnTo>
                <a:lnTo>
                  <a:pt x="121" y="1370"/>
                </a:lnTo>
                <a:lnTo>
                  <a:pt x="108" y="1370"/>
                </a:lnTo>
                <a:lnTo>
                  <a:pt x="102" y="1371"/>
                </a:lnTo>
                <a:lnTo>
                  <a:pt x="94" y="1371"/>
                </a:lnTo>
                <a:lnTo>
                  <a:pt x="86" y="1371"/>
                </a:lnTo>
                <a:lnTo>
                  <a:pt x="81" y="1370"/>
                </a:lnTo>
                <a:lnTo>
                  <a:pt x="74" y="1370"/>
                </a:lnTo>
                <a:lnTo>
                  <a:pt x="68" y="1370"/>
                </a:lnTo>
                <a:lnTo>
                  <a:pt x="53" y="1367"/>
                </a:lnTo>
                <a:lnTo>
                  <a:pt x="50" y="1366"/>
                </a:lnTo>
                <a:lnTo>
                  <a:pt x="47" y="1366"/>
                </a:lnTo>
                <a:lnTo>
                  <a:pt x="45" y="1366"/>
                </a:lnTo>
                <a:lnTo>
                  <a:pt x="42" y="1365"/>
                </a:lnTo>
                <a:lnTo>
                  <a:pt x="40" y="1365"/>
                </a:lnTo>
                <a:lnTo>
                  <a:pt x="39" y="1363"/>
                </a:lnTo>
                <a:lnTo>
                  <a:pt x="36" y="1363"/>
                </a:lnTo>
                <a:lnTo>
                  <a:pt x="34" y="1362"/>
                </a:lnTo>
                <a:lnTo>
                  <a:pt x="12" y="1354"/>
                </a:lnTo>
                <a:lnTo>
                  <a:pt x="11" y="1337"/>
                </a:lnTo>
                <a:lnTo>
                  <a:pt x="10" y="1334"/>
                </a:lnTo>
                <a:lnTo>
                  <a:pt x="7" y="1323"/>
                </a:lnTo>
                <a:lnTo>
                  <a:pt x="7" y="1316"/>
                </a:lnTo>
                <a:lnTo>
                  <a:pt x="5" y="1310"/>
                </a:lnTo>
                <a:lnTo>
                  <a:pt x="4" y="1302"/>
                </a:lnTo>
                <a:lnTo>
                  <a:pt x="4" y="1295"/>
                </a:lnTo>
                <a:lnTo>
                  <a:pt x="1" y="1288"/>
                </a:lnTo>
                <a:lnTo>
                  <a:pt x="1" y="1280"/>
                </a:lnTo>
                <a:lnTo>
                  <a:pt x="0" y="1276"/>
                </a:lnTo>
                <a:lnTo>
                  <a:pt x="0" y="1273"/>
                </a:lnTo>
                <a:lnTo>
                  <a:pt x="1" y="1271"/>
                </a:lnTo>
                <a:lnTo>
                  <a:pt x="1" y="1268"/>
                </a:lnTo>
                <a:lnTo>
                  <a:pt x="2" y="1267"/>
                </a:lnTo>
                <a:lnTo>
                  <a:pt x="6" y="1263"/>
                </a:lnTo>
                <a:lnTo>
                  <a:pt x="7" y="1262"/>
                </a:lnTo>
                <a:lnTo>
                  <a:pt x="10" y="1261"/>
                </a:lnTo>
                <a:lnTo>
                  <a:pt x="12" y="1260"/>
                </a:lnTo>
                <a:lnTo>
                  <a:pt x="16" y="1260"/>
                </a:lnTo>
                <a:lnTo>
                  <a:pt x="19" y="1260"/>
                </a:lnTo>
                <a:lnTo>
                  <a:pt x="24" y="1262"/>
                </a:lnTo>
                <a:lnTo>
                  <a:pt x="27" y="1265"/>
                </a:lnTo>
                <a:lnTo>
                  <a:pt x="28" y="1266"/>
                </a:lnTo>
                <a:lnTo>
                  <a:pt x="29" y="1268"/>
                </a:lnTo>
                <a:lnTo>
                  <a:pt x="30" y="1271"/>
                </a:lnTo>
                <a:lnTo>
                  <a:pt x="31" y="1273"/>
                </a:lnTo>
                <a:lnTo>
                  <a:pt x="33" y="1276"/>
                </a:lnTo>
                <a:lnTo>
                  <a:pt x="34" y="1278"/>
                </a:lnTo>
                <a:lnTo>
                  <a:pt x="35" y="1280"/>
                </a:lnTo>
                <a:lnTo>
                  <a:pt x="36" y="1284"/>
                </a:lnTo>
                <a:lnTo>
                  <a:pt x="37" y="1287"/>
                </a:lnTo>
                <a:lnTo>
                  <a:pt x="39" y="1288"/>
                </a:lnTo>
                <a:lnTo>
                  <a:pt x="40" y="1290"/>
                </a:lnTo>
                <a:lnTo>
                  <a:pt x="40" y="1293"/>
                </a:lnTo>
                <a:lnTo>
                  <a:pt x="41" y="1294"/>
                </a:lnTo>
                <a:lnTo>
                  <a:pt x="41" y="1296"/>
                </a:lnTo>
                <a:lnTo>
                  <a:pt x="44" y="1300"/>
                </a:lnTo>
                <a:lnTo>
                  <a:pt x="44" y="1302"/>
                </a:lnTo>
                <a:lnTo>
                  <a:pt x="46" y="1306"/>
                </a:lnTo>
                <a:lnTo>
                  <a:pt x="47" y="1307"/>
                </a:lnTo>
                <a:lnTo>
                  <a:pt x="48" y="1310"/>
                </a:lnTo>
                <a:lnTo>
                  <a:pt x="50" y="1312"/>
                </a:lnTo>
                <a:lnTo>
                  <a:pt x="51" y="1316"/>
                </a:lnTo>
                <a:lnTo>
                  <a:pt x="52" y="1317"/>
                </a:lnTo>
                <a:lnTo>
                  <a:pt x="53" y="1319"/>
                </a:lnTo>
                <a:lnTo>
                  <a:pt x="54" y="1321"/>
                </a:lnTo>
                <a:lnTo>
                  <a:pt x="56" y="1322"/>
                </a:lnTo>
                <a:lnTo>
                  <a:pt x="59" y="1326"/>
                </a:lnTo>
                <a:lnTo>
                  <a:pt x="62" y="1328"/>
                </a:lnTo>
                <a:lnTo>
                  <a:pt x="64" y="1329"/>
                </a:lnTo>
                <a:lnTo>
                  <a:pt x="65" y="1330"/>
                </a:lnTo>
                <a:lnTo>
                  <a:pt x="68" y="1330"/>
                </a:lnTo>
                <a:lnTo>
                  <a:pt x="70" y="1332"/>
                </a:lnTo>
                <a:lnTo>
                  <a:pt x="71" y="1333"/>
                </a:lnTo>
                <a:lnTo>
                  <a:pt x="79" y="1335"/>
                </a:lnTo>
                <a:lnTo>
                  <a:pt x="83" y="1337"/>
                </a:lnTo>
                <a:lnTo>
                  <a:pt x="89" y="1337"/>
                </a:lnTo>
                <a:lnTo>
                  <a:pt x="102" y="1337"/>
                </a:lnTo>
                <a:lnTo>
                  <a:pt x="110" y="1337"/>
                </a:lnTo>
                <a:lnTo>
                  <a:pt x="114" y="1337"/>
                </a:lnTo>
                <a:lnTo>
                  <a:pt x="117" y="1337"/>
                </a:lnTo>
                <a:lnTo>
                  <a:pt x="122" y="1337"/>
                </a:lnTo>
                <a:lnTo>
                  <a:pt x="128" y="1335"/>
                </a:lnTo>
                <a:lnTo>
                  <a:pt x="131" y="1334"/>
                </a:lnTo>
                <a:lnTo>
                  <a:pt x="133" y="1334"/>
                </a:lnTo>
                <a:lnTo>
                  <a:pt x="135" y="1333"/>
                </a:lnTo>
                <a:lnTo>
                  <a:pt x="137" y="1333"/>
                </a:lnTo>
                <a:lnTo>
                  <a:pt x="139" y="1332"/>
                </a:lnTo>
                <a:lnTo>
                  <a:pt x="141" y="1330"/>
                </a:lnTo>
                <a:lnTo>
                  <a:pt x="145" y="1329"/>
                </a:lnTo>
                <a:lnTo>
                  <a:pt x="149" y="1328"/>
                </a:lnTo>
                <a:lnTo>
                  <a:pt x="151" y="1327"/>
                </a:lnTo>
                <a:lnTo>
                  <a:pt x="154" y="1326"/>
                </a:lnTo>
                <a:lnTo>
                  <a:pt x="155" y="1324"/>
                </a:lnTo>
                <a:lnTo>
                  <a:pt x="156" y="1322"/>
                </a:lnTo>
                <a:lnTo>
                  <a:pt x="158" y="1321"/>
                </a:lnTo>
                <a:lnTo>
                  <a:pt x="162" y="1318"/>
                </a:lnTo>
                <a:lnTo>
                  <a:pt x="169" y="1312"/>
                </a:lnTo>
                <a:lnTo>
                  <a:pt x="173" y="1307"/>
                </a:lnTo>
                <a:lnTo>
                  <a:pt x="175" y="1304"/>
                </a:lnTo>
                <a:lnTo>
                  <a:pt x="180" y="1294"/>
                </a:lnTo>
                <a:lnTo>
                  <a:pt x="184" y="1284"/>
                </a:lnTo>
                <a:lnTo>
                  <a:pt x="184" y="1280"/>
                </a:lnTo>
                <a:lnTo>
                  <a:pt x="185" y="1278"/>
                </a:lnTo>
                <a:lnTo>
                  <a:pt x="185" y="1274"/>
                </a:lnTo>
                <a:lnTo>
                  <a:pt x="186" y="1268"/>
                </a:lnTo>
                <a:lnTo>
                  <a:pt x="186" y="1262"/>
                </a:lnTo>
                <a:lnTo>
                  <a:pt x="185" y="1256"/>
                </a:lnTo>
                <a:lnTo>
                  <a:pt x="185" y="1251"/>
                </a:lnTo>
                <a:lnTo>
                  <a:pt x="185" y="1249"/>
                </a:lnTo>
                <a:lnTo>
                  <a:pt x="181" y="1238"/>
                </a:lnTo>
                <a:lnTo>
                  <a:pt x="180" y="1235"/>
                </a:lnTo>
                <a:lnTo>
                  <a:pt x="179" y="1234"/>
                </a:lnTo>
                <a:lnTo>
                  <a:pt x="178" y="1232"/>
                </a:lnTo>
                <a:lnTo>
                  <a:pt x="176" y="1229"/>
                </a:lnTo>
                <a:lnTo>
                  <a:pt x="175" y="1228"/>
                </a:lnTo>
                <a:lnTo>
                  <a:pt x="174" y="1225"/>
                </a:lnTo>
                <a:lnTo>
                  <a:pt x="172" y="1224"/>
                </a:lnTo>
                <a:lnTo>
                  <a:pt x="170" y="1222"/>
                </a:lnTo>
                <a:lnTo>
                  <a:pt x="166" y="1217"/>
                </a:lnTo>
                <a:lnTo>
                  <a:pt x="161" y="1212"/>
                </a:lnTo>
                <a:lnTo>
                  <a:pt x="157" y="1208"/>
                </a:lnTo>
                <a:lnTo>
                  <a:pt x="155" y="1206"/>
                </a:lnTo>
                <a:lnTo>
                  <a:pt x="152" y="1205"/>
                </a:lnTo>
                <a:lnTo>
                  <a:pt x="151" y="1204"/>
                </a:lnTo>
                <a:lnTo>
                  <a:pt x="149" y="1202"/>
                </a:lnTo>
                <a:lnTo>
                  <a:pt x="146" y="1201"/>
                </a:lnTo>
                <a:lnTo>
                  <a:pt x="145" y="1200"/>
                </a:lnTo>
                <a:lnTo>
                  <a:pt x="143" y="1199"/>
                </a:lnTo>
                <a:lnTo>
                  <a:pt x="141" y="1197"/>
                </a:lnTo>
                <a:lnTo>
                  <a:pt x="139" y="1196"/>
                </a:lnTo>
                <a:lnTo>
                  <a:pt x="138" y="1195"/>
                </a:lnTo>
                <a:lnTo>
                  <a:pt x="134" y="1194"/>
                </a:lnTo>
                <a:lnTo>
                  <a:pt x="132" y="1191"/>
                </a:lnTo>
                <a:lnTo>
                  <a:pt x="127" y="1190"/>
                </a:lnTo>
                <a:lnTo>
                  <a:pt x="123" y="1188"/>
                </a:lnTo>
                <a:lnTo>
                  <a:pt x="122" y="1186"/>
                </a:lnTo>
                <a:lnTo>
                  <a:pt x="120" y="1185"/>
                </a:lnTo>
                <a:lnTo>
                  <a:pt x="117" y="1183"/>
                </a:lnTo>
                <a:lnTo>
                  <a:pt x="115" y="1183"/>
                </a:lnTo>
                <a:lnTo>
                  <a:pt x="112" y="1182"/>
                </a:lnTo>
                <a:lnTo>
                  <a:pt x="111" y="1180"/>
                </a:lnTo>
                <a:lnTo>
                  <a:pt x="109" y="1179"/>
                </a:lnTo>
                <a:lnTo>
                  <a:pt x="106" y="1178"/>
                </a:lnTo>
                <a:lnTo>
                  <a:pt x="104" y="1177"/>
                </a:lnTo>
                <a:lnTo>
                  <a:pt x="103" y="1175"/>
                </a:lnTo>
                <a:lnTo>
                  <a:pt x="100" y="1174"/>
                </a:lnTo>
                <a:lnTo>
                  <a:pt x="97" y="1173"/>
                </a:lnTo>
                <a:lnTo>
                  <a:pt x="95" y="1172"/>
                </a:lnTo>
                <a:lnTo>
                  <a:pt x="93" y="1171"/>
                </a:lnTo>
                <a:lnTo>
                  <a:pt x="91" y="1168"/>
                </a:lnTo>
                <a:lnTo>
                  <a:pt x="88" y="1168"/>
                </a:lnTo>
                <a:lnTo>
                  <a:pt x="86" y="1167"/>
                </a:lnTo>
                <a:lnTo>
                  <a:pt x="82" y="1164"/>
                </a:lnTo>
                <a:lnTo>
                  <a:pt x="80" y="1162"/>
                </a:lnTo>
                <a:lnTo>
                  <a:pt x="76" y="1161"/>
                </a:lnTo>
                <a:lnTo>
                  <a:pt x="74" y="1160"/>
                </a:lnTo>
                <a:lnTo>
                  <a:pt x="71" y="1158"/>
                </a:lnTo>
                <a:lnTo>
                  <a:pt x="69" y="1156"/>
                </a:lnTo>
                <a:lnTo>
                  <a:pt x="68" y="1155"/>
                </a:lnTo>
                <a:lnTo>
                  <a:pt x="65" y="1153"/>
                </a:lnTo>
                <a:lnTo>
                  <a:pt x="64" y="1152"/>
                </a:lnTo>
                <a:lnTo>
                  <a:pt x="62" y="1151"/>
                </a:lnTo>
                <a:lnTo>
                  <a:pt x="60" y="1150"/>
                </a:lnTo>
                <a:lnTo>
                  <a:pt x="59" y="1149"/>
                </a:lnTo>
                <a:lnTo>
                  <a:pt x="57" y="1147"/>
                </a:lnTo>
                <a:lnTo>
                  <a:pt x="54" y="1146"/>
                </a:lnTo>
                <a:lnTo>
                  <a:pt x="53" y="1144"/>
                </a:lnTo>
                <a:lnTo>
                  <a:pt x="50" y="1141"/>
                </a:lnTo>
                <a:lnTo>
                  <a:pt x="46" y="1139"/>
                </a:lnTo>
                <a:lnTo>
                  <a:pt x="40" y="1132"/>
                </a:lnTo>
                <a:lnTo>
                  <a:pt x="31" y="1124"/>
                </a:lnTo>
                <a:lnTo>
                  <a:pt x="29" y="1122"/>
                </a:lnTo>
                <a:lnTo>
                  <a:pt x="27" y="1119"/>
                </a:lnTo>
                <a:lnTo>
                  <a:pt x="25" y="1117"/>
                </a:lnTo>
                <a:lnTo>
                  <a:pt x="24" y="1116"/>
                </a:lnTo>
                <a:lnTo>
                  <a:pt x="24" y="1113"/>
                </a:lnTo>
                <a:lnTo>
                  <a:pt x="22" y="1112"/>
                </a:lnTo>
                <a:lnTo>
                  <a:pt x="22" y="1110"/>
                </a:lnTo>
                <a:lnTo>
                  <a:pt x="19" y="1106"/>
                </a:lnTo>
                <a:lnTo>
                  <a:pt x="17" y="1102"/>
                </a:lnTo>
                <a:lnTo>
                  <a:pt x="17" y="1100"/>
                </a:lnTo>
                <a:lnTo>
                  <a:pt x="16" y="1097"/>
                </a:lnTo>
                <a:lnTo>
                  <a:pt x="15" y="1094"/>
                </a:lnTo>
                <a:lnTo>
                  <a:pt x="13" y="1092"/>
                </a:lnTo>
                <a:lnTo>
                  <a:pt x="13" y="1090"/>
                </a:lnTo>
                <a:lnTo>
                  <a:pt x="11" y="1081"/>
                </a:lnTo>
                <a:lnTo>
                  <a:pt x="10" y="1073"/>
                </a:lnTo>
                <a:lnTo>
                  <a:pt x="10" y="1061"/>
                </a:lnTo>
                <a:lnTo>
                  <a:pt x="10" y="1052"/>
                </a:lnTo>
                <a:lnTo>
                  <a:pt x="10" y="1044"/>
                </a:lnTo>
                <a:lnTo>
                  <a:pt x="11" y="1036"/>
                </a:lnTo>
                <a:lnTo>
                  <a:pt x="13" y="1030"/>
                </a:lnTo>
                <a:lnTo>
                  <a:pt x="13" y="1028"/>
                </a:lnTo>
                <a:lnTo>
                  <a:pt x="13" y="1027"/>
                </a:lnTo>
                <a:lnTo>
                  <a:pt x="15" y="1024"/>
                </a:lnTo>
                <a:lnTo>
                  <a:pt x="15" y="1023"/>
                </a:lnTo>
                <a:lnTo>
                  <a:pt x="16" y="1020"/>
                </a:lnTo>
                <a:lnTo>
                  <a:pt x="16" y="1019"/>
                </a:lnTo>
                <a:lnTo>
                  <a:pt x="18" y="1014"/>
                </a:lnTo>
                <a:lnTo>
                  <a:pt x="19" y="1012"/>
                </a:lnTo>
                <a:lnTo>
                  <a:pt x="22" y="1008"/>
                </a:lnTo>
                <a:lnTo>
                  <a:pt x="23" y="1005"/>
                </a:lnTo>
                <a:lnTo>
                  <a:pt x="25" y="1002"/>
                </a:lnTo>
                <a:lnTo>
                  <a:pt x="25" y="1000"/>
                </a:lnTo>
                <a:lnTo>
                  <a:pt x="28" y="1000"/>
                </a:lnTo>
                <a:lnTo>
                  <a:pt x="29" y="997"/>
                </a:lnTo>
                <a:lnTo>
                  <a:pt x="33" y="992"/>
                </a:lnTo>
                <a:lnTo>
                  <a:pt x="37" y="988"/>
                </a:lnTo>
                <a:lnTo>
                  <a:pt x="40" y="985"/>
                </a:lnTo>
                <a:lnTo>
                  <a:pt x="44" y="981"/>
                </a:lnTo>
                <a:lnTo>
                  <a:pt x="46" y="980"/>
                </a:lnTo>
                <a:lnTo>
                  <a:pt x="48" y="978"/>
                </a:lnTo>
                <a:lnTo>
                  <a:pt x="50" y="977"/>
                </a:lnTo>
                <a:lnTo>
                  <a:pt x="52" y="977"/>
                </a:lnTo>
                <a:lnTo>
                  <a:pt x="53" y="974"/>
                </a:lnTo>
                <a:lnTo>
                  <a:pt x="56" y="974"/>
                </a:lnTo>
                <a:lnTo>
                  <a:pt x="57" y="973"/>
                </a:lnTo>
                <a:lnTo>
                  <a:pt x="59" y="972"/>
                </a:lnTo>
                <a:lnTo>
                  <a:pt x="62" y="970"/>
                </a:lnTo>
                <a:lnTo>
                  <a:pt x="64" y="969"/>
                </a:lnTo>
                <a:lnTo>
                  <a:pt x="68" y="968"/>
                </a:lnTo>
                <a:lnTo>
                  <a:pt x="69" y="967"/>
                </a:lnTo>
                <a:lnTo>
                  <a:pt x="74" y="966"/>
                </a:lnTo>
                <a:lnTo>
                  <a:pt x="81" y="963"/>
                </a:lnTo>
                <a:lnTo>
                  <a:pt x="83" y="962"/>
                </a:lnTo>
                <a:lnTo>
                  <a:pt x="85" y="962"/>
                </a:lnTo>
                <a:lnTo>
                  <a:pt x="87" y="961"/>
                </a:lnTo>
                <a:lnTo>
                  <a:pt x="89" y="961"/>
                </a:lnTo>
                <a:lnTo>
                  <a:pt x="92" y="959"/>
                </a:lnTo>
                <a:lnTo>
                  <a:pt x="94" y="959"/>
                </a:lnTo>
                <a:lnTo>
                  <a:pt x="97" y="958"/>
                </a:lnTo>
                <a:lnTo>
                  <a:pt x="99" y="958"/>
                </a:lnTo>
                <a:lnTo>
                  <a:pt x="103" y="957"/>
                </a:lnTo>
                <a:lnTo>
                  <a:pt x="108" y="957"/>
                </a:lnTo>
                <a:lnTo>
                  <a:pt x="112" y="956"/>
                </a:lnTo>
                <a:lnTo>
                  <a:pt x="118" y="956"/>
                </a:lnTo>
                <a:lnTo>
                  <a:pt x="128" y="956"/>
                </a:lnTo>
                <a:lnTo>
                  <a:pt x="134" y="955"/>
                </a:lnTo>
                <a:lnTo>
                  <a:pt x="138" y="955"/>
                </a:lnTo>
                <a:lnTo>
                  <a:pt x="141" y="955"/>
                </a:lnTo>
                <a:lnTo>
                  <a:pt x="151" y="956"/>
                </a:lnTo>
                <a:lnTo>
                  <a:pt x="173" y="958"/>
                </a:lnTo>
                <a:lnTo>
                  <a:pt x="195" y="964"/>
                </a:lnTo>
                <a:lnTo>
                  <a:pt x="212" y="970"/>
                </a:lnTo>
                <a:close/>
                <a:moveTo>
                  <a:pt x="1496" y="671"/>
                </a:moveTo>
                <a:lnTo>
                  <a:pt x="1496" y="474"/>
                </a:lnTo>
                <a:lnTo>
                  <a:pt x="1490" y="474"/>
                </a:lnTo>
                <a:lnTo>
                  <a:pt x="1485" y="475"/>
                </a:lnTo>
                <a:lnTo>
                  <a:pt x="1482" y="475"/>
                </a:lnTo>
                <a:lnTo>
                  <a:pt x="1478" y="476"/>
                </a:lnTo>
                <a:lnTo>
                  <a:pt x="1476" y="476"/>
                </a:lnTo>
                <a:lnTo>
                  <a:pt x="1473" y="477"/>
                </a:lnTo>
                <a:lnTo>
                  <a:pt x="1472" y="477"/>
                </a:lnTo>
                <a:lnTo>
                  <a:pt x="1467" y="479"/>
                </a:lnTo>
                <a:lnTo>
                  <a:pt x="1465" y="480"/>
                </a:lnTo>
                <a:lnTo>
                  <a:pt x="1459" y="483"/>
                </a:lnTo>
                <a:lnTo>
                  <a:pt x="1455" y="485"/>
                </a:lnTo>
                <a:lnTo>
                  <a:pt x="1454" y="486"/>
                </a:lnTo>
                <a:lnTo>
                  <a:pt x="1452" y="487"/>
                </a:lnTo>
                <a:lnTo>
                  <a:pt x="1450" y="488"/>
                </a:lnTo>
                <a:lnTo>
                  <a:pt x="1446" y="493"/>
                </a:lnTo>
                <a:lnTo>
                  <a:pt x="1442" y="497"/>
                </a:lnTo>
                <a:lnTo>
                  <a:pt x="1441" y="499"/>
                </a:lnTo>
                <a:lnTo>
                  <a:pt x="1440" y="501"/>
                </a:lnTo>
                <a:lnTo>
                  <a:pt x="1438" y="502"/>
                </a:lnTo>
                <a:lnTo>
                  <a:pt x="1437" y="504"/>
                </a:lnTo>
                <a:lnTo>
                  <a:pt x="1436" y="507"/>
                </a:lnTo>
                <a:lnTo>
                  <a:pt x="1435" y="510"/>
                </a:lnTo>
                <a:lnTo>
                  <a:pt x="1434" y="513"/>
                </a:lnTo>
                <a:lnTo>
                  <a:pt x="1434" y="514"/>
                </a:lnTo>
                <a:lnTo>
                  <a:pt x="1432" y="516"/>
                </a:lnTo>
                <a:lnTo>
                  <a:pt x="1432" y="518"/>
                </a:lnTo>
                <a:lnTo>
                  <a:pt x="1431" y="523"/>
                </a:lnTo>
                <a:lnTo>
                  <a:pt x="1430" y="529"/>
                </a:lnTo>
                <a:lnTo>
                  <a:pt x="1430" y="534"/>
                </a:lnTo>
                <a:lnTo>
                  <a:pt x="1429" y="538"/>
                </a:lnTo>
                <a:lnTo>
                  <a:pt x="1429" y="546"/>
                </a:lnTo>
                <a:lnTo>
                  <a:pt x="1427" y="554"/>
                </a:lnTo>
                <a:lnTo>
                  <a:pt x="1427" y="557"/>
                </a:lnTo>
                <a:lnTo>
                  <a:pt x="1427" y="562"/>
                </a:lnTo>
                <a:lnTo>
                  <a:pt x="1427" y="569"/>
                </a:lnTo>
                <a:lnTo>
                  <a:pt x="1427" y="598"/>
                </a:lnTo>
                <a:lnTo>
                  <a:pt x="1426" y="615"/>
                </a:lnTo>
                <a:lnTo>
                  <a:pt x="1426" y="634"/>
                </a:lnTo>
                <a:lnTo>
                  <a:pt x="1427" y="642"/>
                </a:lnTo>
                <a:lnTo>
                  <a:pt x="1427" y="651"/>
                </a:lnTo>
                <a:lnTo>
                  <a:pt x="1429" y="658"/>
                </a:lnTo>
                <a:lnTo>
                  <a:pt x="1431" y="664"/>
                </a:lnTo>
                <a:lnTo>
                  <a:pt x="1432" y="668"/>
                </a:lnTo>
                <a:lnTo>
                  <a:pt x="1432" y="670"/>
                </a:lnTo>
                <a:lnTo>
                  <a:pt x="1435" y="671"/>
                </a:lnTo>
                <a:lnTo>
                  <a:pt x="1436" y="674"/>
                </a:lnTo>
                <a:lnTo>
                  <a:pt x="1438" y="678"/>
                </a:lnTo>
                <a:lnTo>
                  <a:pt x="1442" y="679"/>
                </a:lnTo>
                <a:lnTo>
                  <a:pt x="1446" y="681"/>
                </a:lnTo>
                <a:lnTo>
                  <a:pt x="1450" y="682"/>
                </a:lnTo>
                <a:lnTo>
                  <a:pt x="1455" y="684"/>
                </a:lnTo>
                <a:lnTo>
                  <a:pt x="1460" y="684"/>
                </a:lnTo>
                <a:lnTo>
                  <a:pt x="1465" y="684"/>
                </a:lnTo>
                <a:lnTo>
                  <a:pt x="1470" y="684"/>
                </a:lnTo>
                <a:lnTo>
                  <a:pt x="1475" y="682"/>
                </a:lnTo>
                <a:lnTo>
                  <a:pt x="1479" y="681"/>
                </a:lnTo>
                <a:lnTo>
                  <a:pt x="1482" y="680"/>
                </a:lnTo>
                <a:lnTo>
                  <a:pt x="1488" y="678"/>
                </a:lnTo>
                <a:lnTo>
                  <a:pt x="1490" y="676"/>
                </a:lnTo>
                <a:lnTo>
                  <a:pt x="1492" y="675"/>
                </a:lnTo>
                <a:lnTo>
                  <a:pt x="1494" y="674"/>
                </a:lnTo>
                <a:lnTo>
                  <a:pt x="1495" y="671"/>
                </a:lnTo>
                <a:lnTo>
                  <a:pt x="1496" y="671"/>
                </a:lnTo>
                <a:close/>
                <a:moveTo>
                  <a:pt x="3013" y="429"/>
                </a:moveTo>
                <a:lnTo>
                  <a:pt x="3013" y="659"/>
                </a:lnTo>
                <a:lnTo>
                  <a:pt x="3036" y="659"/>
                </a:lnTo>
                <a:lnTo>
                  <a:pt x="3047" y="659"/>
                </a:lnTo>
                <a:lnTo>
                  <a:pt x="3053" y="658"/>
                </a:lnTo>
                <a:lnTo>
                  <a:pt x="3057" y="657"/>
                </a:lnTo>
                <a:lnTo>
                  <a:pt x="3059" y="657"/>
                </a:lnTo>
                <a:lnTo>
                  <a:pt x="3071" y="652"/>
                </a:lnTo>
                <a:lnTo>
                  <a:pt x="3074" y="651"/>
                </a:lnTo>
                <a:lnTo>
                  <a:pt x="3075" y="649"/>
                </a:lnTo>
                <a:lnTo>
                  <a:pt x="3077" y="647"/>
                </a:lnTo>
                <a:lnTo>
                  <a:pt x="3082" y="643"/>
                </a:lnTo>
                <a:lnTo>
                  <a:pt x="3083" y="641"/>
                </a:lnTo>
                <a:lnTo>
                  <a:pt x="3085" y="640"/>
                </a:lnTo>
                <a:lnTo>
                  <a:pt x="3086" y="638"/>
                </a:lnTo>
                <a:lnTo>
                  <a:pt x="3087" y="635"/>
                </a:lnTo>
                <a:lnTo>
                  <a:pt x="3089" y="630"/>
                </a:lnTo>
                <a:lnTo>
                  <a:pt x="3091" y="626"/>
                </a:lnTo>
                <a:lnTo>
                  <a:pt x="3092" y="625"/>
                </a:lnTo>
                <a:lnTo>
                  <a:pt x="3092" y="623"/>
                </a:lnTo>
                <a:lnTo>
                  <a:pt x="3093" y="620"/>
                </a:lnTo>
                <a:lnTo>
                  <a:pt x="3093" y="619"/>
                </a:lnTo>
                <a:lnTo>
                  <a:pt x="3094" y="615"/>
                </a:lnTo>
                <a:lnTo>
                  <a:pt x="3095" y="608"/>
                </a:lnTo>
                <a:lnTo>
                  <a:pt x="3095" y="599"/>
                </a:lnTo>
                <a:lnTo>
                  <a:pt x="3095" y="582"/>
                </a:lnTo>
                <a:lnTo>
                  <a:pt x="3095" y="509"/>
                </a:lnTo>
                <a:lnTo>
                  <a:pt x="3095" y="483"/>
                </a:lnTo>
                <a:lnTo>
                  <a:pt x="3094" y="471"/>
                </a:lnTo>
                <a:lnTo>
                  <a:pt x="3093" y="466"/>
                </a:lnTo>
                <a:lnTo>
                  <a:pt x="3091" y="462"/>
                </a:lnTo>
                <a:lnTo>
                  <a:pt x="3091" y="460"/>
                </a:lnTo>
                <a:lnTo>
                  <a:pt x="3091" y="458"/>
                </a:lnTo>
                <a:lnTo>
                  <a:pt x="3088" y="455"/>
                </a:lnTo>
                <a:lnTo>
                  <a:pt x="3087" y="453"/>
                </a:lnTo>
                <a:lnTo>
                  <a:pt x="3086" y="451"/>
                </a:lnTo>
                <a:lnTo>
                  <a:pt x="3086" y="449"/>
                </a:lnTo>
                <a:lnTo>
                  <a:pt x="3083" y="447"/>
                </a:lnTo>
                <a:lnTo>
                  <a:pt x="3079" y="443"/>
                </a:lnTo>
                <a:lnTo>
                  <a:pt x="3077" y="442"/>
                </a:lnTo>
                <a:lnTo>
                  <a:pt x="3076" y="440"/>
                </a:lnTo>
                <a:lnTo>
                  <a:pt x="3074" y="438"/>
                </a:lnTo>
                <a:lnTo>
                  <a:pt x="3073" y="438"/>
                </a:lnTo>
                <a:lnTo>
                  <a:pt x="3070" y="437"/>
                </a:lnTo>
                <a:lnTo>
                  <a:pt x="3065" y="435"/>
                </a:lnTo>
                <a:lnTo>
                  <a:pt x="3064" y="433"/>
                </a:lnTo>
                <a:lnTo>
                  <a:pt x="3060" y="432"/>
                </a:lnTo>
                <a:lnTo>
                  <a:pt x="3057" y="431"/>
                </a:lnTo>
                <a:lnTo>
                  <a:pt x="3052" y="430"/>
                </a:lnTo>
                <a:lnTo>
                  <a:pt x="3047" y="430"/>
                </a:lnTo>
                <a:lnTo>
                  <a:pt x="3036" y="429"/>
                </a:lnTo>
                <a:lnTo>
                  <a:pt x="3013" y="429"/>
                </a:lnTo>
                <a:close/>
                <a:moveTo>
                  <a:pt x="4374" y="266"/>
                </a:moveTo>
                <a:lnTo>
                  <a:pt x="4371" y="266"/>
                </a:lnTo>
                <a:lnTo>
                  <a:pt x="4368" y="267"/>
                </a:lnTo>
                <a:lnTo>
                  <a:pt x="4366" y="267"/>
                </a:lnTo>
                <a:lnTo>
                  <a:pt x="4363" y="269"/>
                </a:lnTo>
                <a:lnTo>
                  <a:pt x="4362" y="270"/>
                </a:lnTo>
                <a:lnTo>
                  <a:pt x="4360" y="271"/>
                </a:lnTo>
                <a:lnTo>
                  <a:pt x="4357" y="274"/>
                </a:lnTo>
                <a:lnTo>
                  <a:pt x="4355" y="276"/>
                </a:lnTo>
                <a:lnTo>
                  <a:pt x="4353" y="277"/>
                </a:lnTo>
                <a:lnTo>
                  <a:pt x="4351" y="280"/>
                </a:lnTo>
                <a:lnTo>
                  <a:pt x="4350" y="282"/>
                </a:lnTo>
                <a:lnTo>
                  <a:pt x="4349" y="286"/>
                </a:lnTo>
                <a:lnTo>
                  <a:pt x="4348" y="289"/>
                </a:lnTo>
                <a:lnTo>
                  <a:pt x="4348" y="292"/>
                </a:lnTo>
                <a:lnTo>
                  <a:pt x="4348" y="294"/>
                </a:lnTo>
                <a:lnTo>
                  <a:pt x="4346" y="298"/>
                </a:lnTo>
                <a:lnTo>
                  <a:pt x="4346" y="307"/>
                </a:lnTo>
                <a:lnTo>
                  <a:pt x="4345" y="310"/>
                </a:lnTo>
                <a:lnTo>
                  <a:pt x="4345" y="315"/>
                </a:lnTo>
                <a:lnTo>
                  <a:pt x="4345" y="325"/>
                </a:lnTo>
                <a:lnTo>
                  <a:pt x="4345" y="360"/>
                </a:lnTo>
                <a:lnTo>
                  <a:pt x="4345" y="488"/>
                </a:lnTo>
                <a:lnTo>
                  <a:pt x="4345" y="521"/>
                </a:lnTo>
                <a:lnTo>
                  <a:pt x="4346" y="531"/>
                </a:lnTo>
                <a:lnTo>
                  <a:pt x="4346" y="534"/>
                </a:lnTo>
                <a:lnTo>
                  <a:pt x="4348" y="537"/>
                </a:lnTo>
                <a:lnTo>
                  <a:pt x="4348" y="540"/>
                </a:lnTo>
                <a:lnTo>
                  <a:pt x="4349" y="545"/>
                </a:lnTo>
                <a:lnTo>
                  <a:pt x="4351" y="548"/>
                </a:lnTo>
                <a:lnTo>
                  <a:pt x="4353" y="549"/>
                </a:lnTo>
                <a:lnTo>
                  <a:pt x="4355" y="552"/>
                </a:lnTo>
                <a:lnTo>
                  <a:pt x="4356" y="554"/>
                </a:lnTo>
                <a:lnTo>
                  <a:pt x="4357" y="557"/>
                </a:lnTo>
                <a:lnTo>
                  <a:pt x="4360" y="558"/>
                </a:lnTo>
                <a:lnTo>
                  <a:pt x="4363" y="559"/>
                </a:lnTo>
                <a:lnTo>
                  <a:pt x="4366" y="560"/>
                </a:lnTo>
                <a:lnTo>
                  <a:pt x="4369" y="562"/>
                </a:lnTo>
                <a:lnTo>
                  <a:pt x="4378" y="563"/>
                </a:lnTo>
                <a:lnTo>
                  <a:pt x="4382" y="563"/>
                </a:lnTo>
                <a:lnTo>
                  <a:pt x="4389" y="563"/>
                </a:lnTo>
                <a:lnTo>
                  <a:pt x="4391" y="562"/>
                </a:lnTo>
                <a:lnTo>
                  <a:pt x="4394" y="562"/>
                </a:lnTo>
                <a:lnTo>
                  <a:pt x="4397" y="560"/>
                </a:lnTo>
                <a:lnTo>
                  <a:pt x="4401" y="559"/>
                </a:lnTo>
                <a:lnTo>
                  <a:pt x="4405" y="557"/>
                </a:lnTo>
                <a:lnTo>
                  <a:pt x="4406" y="556"/>
                </a:lnTo>
                <a:lnTo>
                  <a:pt x="4408" y="553"/>
                </a:lnTo>
                <a:lnTo>
                  <a:pt x="4411" y="551"/>
                </a:lnTo>
                <a:lnTo>
                  <a:pt x="4413" y="548"/>
                </a:lnTo>
                <a:lnTo>
                  <a:pt x="4413" y="499"/>
                </a:lnTo>
                <a:lnTo>
                  <a:pt x="4413" y="280"/>
                </a:lnTo>
                <a:lnTo>
                  <a:pt x="4406" y="272"/>
                </a:lnTo>
                <a:lnTo>
                  <a:pt x="4403" y="272"/>
                </a:lnTo>
                <a:lnTo>
                  <a:pt x="4397" y="269"/>
                </a:lnTo>
                <a:lnTo>
                  <a:pt x="4392" y="267"/>
                </a:lnTo>
                <a:lnTo>
                  <a:pt x="4389" y="266"/>
                </a:lnTo>
                <a:lnTo>
                  <a:pt x="4384" y="266"/>
                </a:lnTo>
                <a:lnTo>
                  <a:pt x="4374" y="266"/>
                </a:lnTo>
                <a:close/>
                <a:moveTo>
                  <a:pt x="4847" y="422"/>
                </a:moveTo>
                <a:lnTo>
                  <a:pt x="4915" y="422"/>
                </a:lnTo>
                <a:lnTo>
                  <a:pt x="4915" y="319"/>
                </a:lnTo>
                <a:lnTo>
                  <a:pt x="4915" y="302"/>
                </a:lnTo>
                <a:lnTo>
                  <a:pt x="4913" y="287"/>
                </a:lnTo>
                <a:lnTo>
                  <a:pt x="4913" y="280"/>
                </a:lnTo>
                <a:lnTo>
                  <a:pt x="4911" y="272"/>
                </a:lnTo>
                <a:lnTo>
                  <a:pt x="4909" y="267"/>
                </a:lnTo>
                <a:lnTo>
                  <a:pt x="4906" y="261"/>
                </a:lnTo>
                <a:lnTo>
                  <a:pt x="4904" y="260"/>
                </a:lnTo>
                <a:lnTo>
                  <a:pt x="4901" y="258"/>
                </a:lnTo>
                <a:lnTo>
                  <a:pt x="4898" y="255"/>
                </a:lnTo>
                <a:lnTo>
                  <a:pt x="4893" y="254"/>
                </a:lnTo>
                <a:lnTo>
                  <a:pt x="4888" y="253"/>
                </a:lnTo>
                <a:lnTo>
                  <a:pt x="4882" y="253"/>
                </a:lnTo>
                <a:lnTo>
                  <a:pt x="4873" y="253"/>
                </a:lnTo>
                <a:lnTo>
                  <a:pt x="4870" y="253"/>
                </a:lnTo>
                <a:lnTo>
                  <a:pt x="4867" y="254"/>
                </a:lnTo>
                <a:lnTo>
                  <a:pt x="4866" y="254"/>
                </a:lnTo>
                <a:lnTo>
                  <a:pt x="4863" y="257"/>
                </a:lnTo>
                <a:lnTo>
                  <a:pt x="4860" y="258"/>
                </a:lnTo>
                <a:lnTo>
                  <a:pt x="4859" y="259"/>
                </a:lnTo>
                <a:lnTo>
                  <a:pt x="4857" y="260"/>
                </a:lnTo>
                <a:lnTo>
                  <a:pt x="4855" y="263"/>
                </a:lnTo>
                <a:lnTo>
                  <a:pt x="4852" y="267"/>
                </a:lnTo>
                <a:lnTo>
                  <a:pt x="4849" y="274"/>
                </a:lnTo>
                <a:lnTo>
                  <a:pt x="4848" y="280"/>
                </a:lnTo>
                <a:lnTo>
                  <a:pt x="4847" y="286"/>
                </a:lnTo>
                <a:lnTo>
                  <a:pt x="4847" y="300"/>
                </a:lnTo>
                <a:lnTo>
                  <a:pt x="4847" y="318"/>
                </a:lnTo>
                <a:lnTo>
                  <a:pt x="4847" y="422"/>
                </a:lnTo>
                <a:close/>
                <a:moveTo>
                  <a:pt x="3521" y="422"/>
                </a:moveTo>
                <a:lnTo>
                  <a:pt x="3589" y="422"/>
                </a:lnTo>
                <a:lnTo>
                  <a:pt x="3589" y="316"/>
                </a:lnTo>
                <a:lnTo>
                  <a:pt x="3589" y="302"/>
                </a:lnTo>
                <a:lnTo>
                  <a:pt x="3589" y="287"/>
                </a:lnTo>
                <a:lnTo>
                  <a:pt x="3587" y="280"/>
                </a:lnTo>
                <a:lnTo>
                  <a:pt x="3586" y="274"/>
                </a:lnTo>
                <a:lnTo>
                  <a:pt x="3584" y="267"/>
                </a:lnTo>
                <a:lnTo>
                  <a:pt x="3581" y="263"/>
                </a:lnTo>
                <a:lnTo>
                  <a:pt x="3579" y="261"/>
                </a:lnTo>
                <a:lnTo>
                  <a:pt x="3577" y="258"/>
                </a:lnTo>
                <a:lnTo>
                  <a:pt x="3575" y="257"/>
                </a:lnTo>
                <a:lnTo>
                  <a:pt x="3572" y="255"/>
                </a:lnTo>
                <a:lnTo>
                  <a:pt x="3568" y="254"/>
                </a:lnTo>
                <a:lnTo>
                  <a:pt x="3566" y="254"/>
                </a:lnTo>
                <a:lnTo>
                  <a:pt x="3563" y="253"/>
                </a:lnTo>
                <a:lnTo>
                  <a:pt x="3554" y="253"/>
                </a:lnTo>
                <a:lnTo>
                  <a:pt x="3548" y="253"/>
                </a:lnTo>
                <a:lnTo>
                  <a:pt x="3543" y="254"/>
                </a:lnTo>
                <a:lnTo>
                  <a:pt x="3538" y="257"/>
                </a:lnTo>
                <a:lnTo>
                  <a:pt x="3534" y="258"/>
                </a:lnTo>
                <a:lnTo>
                  <a:pt x="3531" y="261"/>
                </a:lnTo>
                <a:lnTo>
                  <a:pt x="3528" y="264"/>
                </a:lnTo>
                <a:lnTo>
                  <a:pt x="3527" y="266"/>
                </a:lnTo>
                <a:lnTo>
                  <a:pt x="3526" y="269"/>
                </a:lnTo>
                <a:lnTo>
                  <a:pt x="3523" y="274"/>
                </a:lnTo>
                <a:lnTo>
                  <a:pt x="3522" y="280"/>
                </a:lnTo>
                <a:lnTo>
                  <a:pt x="3522" y="287"/>
                </a:lnTo>
                <a:lnTo>
                  <a:pt x="3521" y="302"/>
                </a:lnTo>
                <a:lnTo>
                  <a:pt x="3521" y="316"/>
                </a:lnTo>
                <a:lnTo>
                  <a:pt x="3521" y="422"/>
                </a:lnTo>
                <a:close/>
                <a:moveTo>
                  <a:pt x="2451" y="253"/>
                </a:moveTo>
                <a:lnTo>
                  <a:pt x="2448" y="253"/>
                </a:lnTo>
                <a:lnTo>
                  <a:pt x="2443" y="255"/>
                </a:lnTo>
                <a:lnTo>
                  <a:pt x="2440" y="257"/>
                </a:lnTo>
                <a:lnTo>
                  <a:pt x="2438" y="258"/>
                </a:lnTo>
                <a:lnTo>
                  <a:pt x="2436" y="260"/>
                </a:lnTo>
                <a:lnTo>
                  <a:pt x="2433" y="263"/>
                </a:lnTo>
                <a:lnTo>
                  <a:pt x="2431" y="265"/>
                </a:lnTo>
                <a:lnTo>
                  <a:pt x="2429" y="266"/>
                </a:lnTo>
                <a:lnTo>
                  <a:pt x="2429" y="269"/>
                </a:lnTo>
                <a:lnTo>
                  <a:pt x="2428" y="271"/>
                </a:lnTo>
                <a:lnTo>
                  <a:pt x="2426" y="276"/>
                </a:lnTo>
                <a:lnTo>
                  <a:pt x="2425" y="282"/>
                </a:lnTo>
                <a:lnTo>
                  <a:pt x="2423" y="289"/>
                </a:lnTo>
                <a:lnTo>
                  <a:pt x="2423" y="304"/>
                </a:lnTo>
                <a:lnTo>
                  <a:pt x="2423" y="363"/>
                </a:lnTo>
                <a:lnTo>
                  <a:pt x="2423" y="569"/>
                </a:lnTo>
                <a:lnTo>
                  <a:pt x="2423" y="623"/>
                </a:lnTo>
                <a:lnTo>
                  <a:pt x="2423" y="641"/>
                </a:lnTo>
                <a:lnTo>
                  <a:pt x="2425" y="649"/>
                </a:lnTo>
                <a:lnTo>
                  <a:pt x="2427" y="657"/>
                </a:lnTo>
                <a:lnTo>
                  <a:pt x="2429" y="662"/>
                </a:lnTo>
                <a:lnTo>
                  <a:pt x="2431" y="664"/>
                </a:lnTo>
                <a:lnTo>
                  <a:pt x="2433" y="667"/>
                </a:lnTo>
                <a:lnTo>
                  <a:pt x="2434" y="669"/>
                </a:lnTo>
                <a:lnTo>
                  <a:pt x="2437" y="671"/>
                </a:lnTo>
                <a:lnTo>
                  <a:pt x="2439" y="673"/>
                </a:lnTo>
                <a:lnTo>
                  <a:pt x="2444" y="674"/>
                </a:lnTo>
                <a:lnTo>
                  <a:pt x="2448" y="675"/>
                </a:lnTo>
                <a:lnTo>
                  <a:pt x="2457" y="676"/>
                </a:lnTo>
                <a:lnTo>
                  <a:pt x="2459" y="676"/>
                </a:lnTo>
                <a:lnTo>
                  <a:pt x="2466" y="676"/>
                </a:lnTo>
                <a:lnTo>
                  <a:pt x="2474" y="675"/>
                </a:lnTo>
                <a:lnTo>
                  <a:pt x="2477" y="674"/>
                </a:lnTo>
                <a:lnTo>
                  <a:pt x="2479" y="673"/>
                </a:lnTo>
                <a:lnTo>
                  <a:pt x="2481" y="671"/>
                </a:lnTo>
                <a:lnTo>
                  <a:pt x="2483" y="670"/>
                </a:lnTo>
                <a:lnTo>
                  <a:pt x="2485" y="669"/>
                </a:lnTo>
                <a:lnTo>
                  <a:pt x="2486" y="667"/>
                </a:lnTo>
                <a:lnTo>
                  <a:pt x="2489" y="664"/>
                </a:lnTo>
                <a:lnTo>
                  <a:pt x="2491" y="663"/>
                </a:lnTo>
                <a:lnTo>
                  <a:pt x="2491" y="584"/>
                </a:lnTo>
                <a:lnTo>
                  <a:pt x="2491" y="267"/>
                </a:lnTo>
                <a:lnTo>
                  <a:pt x="2488" y="264"/>
                </a:lnTo>
                <a:lnTo>
                  <a:pt x="2485" y="260"/>
                </a:lnTo>
                <a:lnTo>
                  <a:pt x="2483" y="259"/>
                </a:lnTo>
                <a:lnTo>
                  <a:pt x="2479" y="258"/>
                </a:lnTo>
                <a:lnTo>
                  <a:pt x="2477" y="257"/>
                </a:lnTo>
                <a:lnTo>
                  <a:pt x="2474" y="255"/>
                </a:lnTo>
                <a:lnTo>
                  <a:pt x="2472" y="254"/>
                </a:lnTo>
                <a:lnTo>
                  <a:pt x="2469" y="254"/>
                </a:lnTo>
                <a:lnTo>
                  <a:pt x="2463" y="253"/>
                </a:lnTo>
                <a:lnTo>
                  <a:pt x="2451" y="253"/>
                </a:lnTo>
                <a:close/>
                <a:moveTo>
                  <a:pt x="740" y="246"/>
                </a:moveTo>
                <a:lnTo>
                  <a:pt x="730" y="248"/>
                </a:lnTo>
                <a:lnTo>
                  <a:pt x="725" y="250"/>
                </a:lnTo>
                <a:lnTo>
                  <a:pt x="723" y="252"/>
                </a:lnTo>
                <a:lnTo>
                  <a:pt x="720" y="255"/>
                </a:lnTo>
                <a:lnTo>
                  <a:pt x="718" y="257"/>
                </a:lnTo>
                <a:lnTo>
                  <a:pt x="717" y="259"/>
                </a:lnTo>
                <a:lnTo>
                  <a:pt x="716" y="260"/>
                </a:lnTo>
                <a:lnTo>
                  <a:pt x="716" y="263"/>
                </a:lnTo>
                <a:lnTo>
                  <a:pt x="714" y="265"/>
                </a:lnTo>
                <a:lnTo>
                  <a:pt x="713" y="270"/>
                </a:lnTo>
                <a:lnTo>
                  <a:pt x="712" y="275"/>
                </a:lnTo>
                <a:lnTo>
                  <a:pt x="711" y="281"/>
                </a:lnTo>
                <a:lnTo>
                  <a:pt x="711" y="294"/>
                </a:lnTo>
                <a:lnTo>
                  <a:pt x="711" y="352"/>
                </a:lnTo>
                <a:lnTo>
                  <a:pt x="711" y="579"/>
                </a:lnTo>
                <a:lnTo>
                  <a:pt x="711" y="634"/>
                </a:lnTo>
                <a:lnTo>
                  <a:pt x="712" y="649"/>
                </a:lnTo>
                <a:lnTo>
                  <a:pt x="712" y="653"/>
                </a:lnTo>
                <a:lnTo>
                  <a:pt x="712" y="656"/>
                </a:lnTo>
                <a:lnTo>
                  <a:pt x="714" y="663"/>
                </a:lnTo>
                <a:lnTo>
                  <a:pt x="714" y="664"/>
                </a:lnTo>
                <a:lnTo>
                  <a:pt x="716" y="667"/>
                </a:lnTo>
                <a:lnTo>
                  <a:pt x="717" y="669"/>
                </a:lnTo>
                <a:lnTo>
                  <a:pt x="719" y="671"/>
                </a:lnTo>
                <a:lnTo>
                  <a:pt x="722" y="675"/>
                </a:lnTo>
                <a:lnTo>
                  <a:pt x="724" y="676"/>
                </a:lnTo>
                <a:lnTo>
                  <a:pt x="725" y="678"/>
                </a:lnTo>
                <a:lnTo>
                  <a:pt x="728" y="679"/>
                </a:lnTo>
                <a:lnTo>
                  <a:pt x="731" y="681"/>
                </a:lnTo>
                <a:lnTo>
                  <a:pt x="736" y="682"/>
                </a:lnTo>
                <a:lnTo>
                  <a:pt x="740" y="682"/>
                </a:lnTo>
                <a:lnTo>
                  <a:pt x="746" y="682"/>
                </a:lnTo>
                <a:lnTo>
                  <a:pt x="751" y="682"/>
                </a:lnTo>
                <a:lnTo>
                  <a:pt x="754" y="682"/>
                </a:lnTo>
                <a:lnTo>
                  <a:pt x="757" y="681"/>
                </a:lnTo>
                <a:lnTo>
                  <a:pt x="759" y="681"/>
                </a:lnTo>
                <a:lnTo>
                  <a:pt x="763" y="679"/>
                </a:lnTo>
                <a:lnTo>
                  <a:pt x="765" y="678"/>
                </a:lnTo>
                <a:lnTo>
                  <a:pt x="766" y="678"/>
                </a:lnTo>
                <a:lnTo>
                  <a:pt x="768" y="675"/>
                </a:lnTo>
                <a:lnTo>
                  <a:pt x="770" y="674"/>
                </a:lnTo>
                <a:lnTo>
                  <a:pt x="772" y="671"/>
                </a:lnTo>
                <a:lnTo>
                  <a:pt x="774" y="669"/>
                </a:lnTo>
                <a:lnTo>
                  <a:pt x="775" y="668"/>
                </a:lnTo>
                <a:lnTo>
                  <a:pt x="775" y="665"/>
                </a:lnTo>
                <a:lnTo>
                  <a:pt x="776" y="662"/>
                </a:lnTo>
                <a:lnTo>
                  <a:pt x="777" y="658"/>
                </a:lnTo>
                <a:lnTo>
                  <a:pt x="778" y="651"/>
                </a:lnTo>
                <a:lnTo>
                  <a:pt x="780" y="642"/>
                </a:lnTo>
                <a:lnTo>
                  <a:pt x="780" y="632"/>
                </a:lnTo>
                <a:lnTo>
                  <a:pt x="780" y="581"/>
                </a:lnTo>
                <a:lnTo>
                  <a:pt x="780" y="336"/>
                </a:lnTo>
                <a:lnTo>
                  <a:pt x="780" y="293"/>
                </a:lnTo>
                <a:lnTo>
                  <a:pt x="778" y="283"/>
                </a:lnTo>
                <a:lnTo>
                  <a:pt x="778" y="275"/>
                </a:lnTo>
                <a:lnTo>
                  <a:pt x="777" y="266"/>
                </a:lnTo>
                <a:lnTo>
                  <a:pt x="776" y="263"/>
                </a:lnTo>
                <a:lnTo>
                  <a:pt x="774" y="260"/>
                </a:lnTo>
                <a:lnTo>
                  <a:pt x="772" y="258"/>
                </a:lnTo>
                <a:lnTo>
                  <a:pt x="771" y="257"/>
                </a:lnTo>
                <a:lnTo>
                  <a:pt x="770" y="255"/>
                </a:lnTo>
                <a:lnTo>
                  <a:pt x="768" y="253"/>
                </a:lnTo>
                <a:lnTo>
                  <a:pt x="765" y="252"/>
                </a:lnTo>
                <a:lnTo>
                  <a:pt x="764" y="250"/>
                </a:lnTo>
                <a:lnTo>
                  <a:pt x="760" y="249"/>
                </a:lnTo>
                <a:lnTo>
                  <a:pt x="758" y="248"/>
                </a:lnTo>
                <a:lnTo>
                  <a:pt x="754" y="247"/>
                </a:lnTo>
                <a:lnTo>
                  <a:pt x="749" y="247"/>
                </a:lnTo>
                <a:lnTo>
                  <a:pt x="740" y="246"/>
                </a:lnTo>
                <a:close/>
                <a:moveTo>
                  <a:pt x="5090" y="532"/>
                </a:moveTo>
                <a:lnTo>
                  <a:pt x="4846" y="532"/>
                </a:lnTo>
                <a:lnTo>
                  <a:pt x="4846" y="569"/>
                </a:lnTo>
                <a:lnTo>
                  <a:pt x="4846" y="579"/>
                </a:lnTo>
                <a:lnTo>
                  <a:pt x="4846" y="584"/>
                </a:lnTo>
                <a:lnTo>
                  <a:pt x="4846" y="587"/>
                </a:lnTo>
                <a:lnTo>
                  <a:pt x="4846" y="593"/>
                </a:lnTo>
                <a:lnTo>
                  <a:pt x="4847" y="597"/>
                </a:lnTo>
                <a:lnTo>
                  <a:pt x="4847" y="601"/>
                </a:lnTo>
                <a:lnTo>
                  <a:pt x="4848" y="603"/>
                </a:lnTo>
                <a:lnTo>
                  <a:pt x="4848" y="604"/>
                </a:lnTo>
                <a:lnTo>
                  <a:pt x="4849" y="607"/>
                </a:lnTo>
                <a:lnTo>
                  <a:pt x="4849" y="609"/>
                </a:lnTo>
                <a:lnTo>
                  <a:pt x="4851" y="612"/>
                </a:lnTo>
                <a:lnTo>
                  <a:pt x="4853" y="615"/>
                </a:lnTo>
                <a:lnTo>
                  <a:pt x="4854" y="619"/>
                </a:lnTo>
                <a:lnTo>
                  <a:pt x="4855" y="620"/>
                </a:lnTo>
                <a:lnTo>
                  <a:pt x="4857" y="623"/>
                </a:lnTo>
                <a:lnTo>
                  <a:pt x="4859" y="625"/>
                </a:lnTo>
                <a:lnTo>
                  <a:pt x="4861" y="628"/>
                </a:lnTo>
                <a:lnTo>
                  <a:pt x="4865" y="631"/>
                </a:lnTo>
                <a:lnTo>
                  <a:pt x="4866" y="632"/>
                </a:lnTo>
                <a:lnTo>
                  <a:pt x="4869" y="634"/>
                </a:lnTo>
                <a:lnTo>
                  <a:pt x="4870" y="634"/>
                </a:lnTo>
                <a:lnTo>
                  <a:pt x="4875" y="636"/>
                </a:lnTo>
                <a:lnTo>
                  <a:pt x="4878" y="637"/>
                </a:lnTo>
                <a:lnTo>
                  <a:pt x="4888" y="640"/>
                </a:lnTo>
                <a:lnTo>
                  <a:pt x="4898" y="641"/>
                </a:lnTo>
                <a:lnTo>
                  <a:pt x="4909" y="642"/>
                </a:lnTo>
                <a:lnTo>
                  <a:pt x="4921" y="642"/>
                </a:lnTo>
                <a:lnTo>
                  <a:pt x="4945" y="641"/>
                </a:lnTo>
                <a:lnTo>
                  <a:pt x="4953" y="641"/>
                </a:lnTo>
                <a:lnTo>
                  <a:pt x="4959" y="640"/>
                </a:lnTo>
                <a:lnTo>
                  <a:pt x="4967" y="640"/>
                </a:lnTo>
                <a:lnTo>
                  <a:pt x="4971" y="638"/>
                </a:lnTo>
                <a:lnTo>
                  <a:pt x="4976" y="638"/>
                </a:lnTo>
                <a:lnTo>
                  <a:pt x="4982" y="637"/>
                </a:lnTo>
                <a:lnTo>
                  <a:pt x="4987" y="636"/>
                </a:lnTo>
                <a:lnTo>
                  <a:pt x="4993" y="636"/>
                </a:lnTo>
                <a:lnTo>
                  <a:pt x="4998" y="635"/>
                </a:lnTo>
                <a:lnTo>
                  <a:pt x="5005" y="634"/>
                </a:lnTo>
                <a:lnTo>
                  <a:pt x="5045" y="626"/>
                </a:lnTo>
                <a:lnTo>
                  <a:pt x="5081" y="618"/>
                </a:lnTo>
                <a:lnTo>
                  <a:pt x="5086" y="768"/>
                </a:lnTo>
                <a:lnTo>
                  <a:pt x="5081" y="769"/>
                </a:lnTo>
                <a:lnTo>
                  <a:pt x="5079" y="769"/>
                </a:lnTo>
                <a:lnTo>
                  <a:pt x="5078" y="770"/>
                </a:lnTo>
                <a:lnTo>
                  <a:pt x="5075" y="770"/>
                </a:lnTo>
                <a:lnTo>
                  <a:pt x="5074" y="772"/>
                </a:lnTo>
                <a:lnTo>
                  <a:pt x="5073" y="772"/>
                </a:lnTo>
                <a:lnTo>
                  <a:pt x="5071" y="773"/>
                </a:lnTo>
                <a:lnTo>
                  <a:pt x="5068" y="773"/>
                </a:lnTo>
                <a:lnTo>
                  <a:pt x="5067" y="774"/>
                </a:lnTo>
                <a:lnTo>
                  <a:pt x="5062" y="775"/>
                </a:lnTo>
                <a:lnTo>
                  <a:pt x="5058" y="776"/>
                </a:lnTo>
                <a:lnTo>
                  <a:pt x="5056" y="776"/>
                </a:lnTo>
                <a:lnTo>
                  <a:pt x="5050" y="779"/>
                </a:lnTo>
                <a:lnTo>
                  <a:pt x="5008" y="789"/>
                </a:lnTo>
                <a:lnTo>
                  <a:pt x="4967" y="795"/>
                </a:lnTo>
                <a:lnTo>
                  <a:pt x="4952" y="796"/>
                </a:lnTo>
                <a:lnTo>
                  <a:pt x="4946" y="796"/>
                </a:lnTo>
                <a:lnTo>
                  <a:pt x="4940" y="797"/>
                </a:lnTo>
                <a:lnTo>
                  <a:pt x="4933" y="797"/>
                </a:lnTo>
                <a:lnTo>
                  <a:pt x="4925" y="798"/>
                </a:lnTo>
                <a:lnTo>
                  <a:pt x="4915" y="798"/>
                </a:lnTo>
                <a:lnTo>
                  <a:pt x="4903" y="800"/>
                </a:lnTo>
                <a:lnTo>
                  <a:pt x="4870" y="800"/>
                </a:lnTo>
                <a:lnTo>
                  <a:pt x="4861" y="800"/>
                </a:lnTo>
                <a:lnTo>
                  <a:pt x="4858" y="800"/>
                </a:lnTo>
                <a:lnTo>
                  <a:pt x="4854" y="800"/>
                </a:lnTo>
                <a:lnTo>
                  <a:pt x="4844" y="800"/>
                </a:lnTo>
                <a:lnTo>
                  <a:pt x="4838" y="798"/>
                </a:lnTo>
                <a:lnTo>
                  <a:pt x="4832" y="798"/>
                </a:lnTo>
                <a:lnTo>
                  <a:pt x="4826" y="797"/>
                </a:lnTo>
                <a:lnTo>
                  <a:pt x="4819" y="796"/>
                </a:lnTo>
                <a:lnTo>
                  <a:pt x="4815" y="796"/>
                </a:lnTo>
                <a:lnTo>
                  <a:pt x="4788" y="790"/>
                </a:lnTo>
                <a:lnTo>
                  <a:pt x="4786" y="789"/>
                </a:lnTo>
                <a:lnTo>
                  <a:pt x="4784" y="789"/>
                </a:lnTo>
                <a:lnTo>
                  <a:pt x="4783" y="787"/>
                </a:lnTo>
                <a:lnTo>
                  <a:pt x="4782" y="787"/>
                </a:lnTo>
                <a:lnTo>
                  <a:pt x="4779" y="786"/>
                </a:lnTo>
                <a:lnTo>
                  <a:pt x="4776" y="785"/>
                </a:lnTo>
                <a:lnTo>
                  <a:pt x="4773" y="784"/>
                </a:lnTo>
                <a:lnTo>
                  <a:pt x="4770" y="782"/>
                </a:lnTo>
                <a:lnTo>
                  <a:pt x="4767" y="781"/>
                </a:lnTo>
                <a:lnTo>
                  <a:pt x="4765" y="780"/>
                </a:lnTo>
                <a:lnTo>
                  <a:pt x="4762" y="780"/>
                </a:lnTo>
                <a:lnTo>
                  <a:pt x="4759" y="778"/>
                </a:lnTo>
                <a:lnTo>
                  <a:pt x="4754" y="775"/>
                </a:lnTo>
                <a:lnTo>
                  <a:pt x="4750" y="773"/>
                </a:lnTo>
                <a:lnTo>
                  <a:pt x="4747" y="772"/>
                </a:lnTo>
                <a:lnTo>
                  <a:pt x="4744" y="769"/>
                </a:lnTo>
                <a:lnTo>
                  <a:pt x="4742" y="768"/>
                </a:lnTo>
                <a:lnTo>
                  <a:pt x="4741" y="767"/>
                </a:lnTo>
                <a:lnTo>
                  <a:pt x="4739" y="765"/>
                </a:lnTo>
                <a:lnTo>
                  <a:pt x="4738" y="764"/>
                </a:lnTo>
                <a:lnTo>
                  <a:pt x="4736" y="763"/>
                </a:lnTo>
                <a:lnTo>
                  <a:pt x="4733" y="762"/>
                </a:lnTo>
                <a:lnTo>
                  <a:pt x="4731" y="759"/>
                </a:lnTo>
                <a:lnTo>
                  <a:pt x="4727" y="756"/>
                </a:lnTo>
                <a:lnTo>
                  <a:pt x="4722" y="751"/>
                </a:lnTo>
                <a:lnTo>
                  <a:pt x="4719" y="750"/>
                </a:lnTo>
                <a:lnTo>
                  <a:pt x="4714" y="745"/>
                </a:lnTo>
                <a:lnTo>
                  <a:pt x="4709" y="739"/>
                </a:lnTo>
                <a:lnTo>
                  <a:pt x="4707" y="736"/>
                </a:lnTo>
                <a:lnTo>
                  <a:pt x="4704" y="732"/>
                </a:lnTo>
                <a:lnTo>
                  <a:pt x="4702" y="730"/>
                </a:lnTo>
                <a:lnTo>
                  <a:pt x="4701" y="728"/>
                </a:lnTo>
                <a:lnTo>
                  <a:pt x="4699" y="726"/>
                </a:lnTo>
                <a:lnTo>
                  <a:pt x="4698" y="724"/>
                </a:lnTo>
                <a:lnTo>
                  <a:pt x="4697" y="723"/>
                </a:lnTo>
                <a:lnTo>
                  <a:pt x="4696" y="721"/>
                </a:lnTo>
                <a:lnTo>
                  <a:pt x="4695" y="719"/>
                </a:lnTo>
                <a:lnTo>
                  <a:pt x="4693" y="718"/>
                </a:lnTo>
                <a:lnTo>
                  <a:pt x="4693" y="715"/>
                </a:lnTo>
                <a:lnTo>
                  <a:pt x="4691" y="712"/>
                </a:lnTo>
                <a:lnTo>
                  <a:pt x="4690" y="710"/>
                </a:lnTo>
                <a:lnTo>
                  <a:pt x="4689" y="708"/>
                </a:lnTo>
                <a:lnTo>
                  <a:pt x="4687" y="706"/>
                </a:lnTo>
                <a:lnTo>
                  <a:pt x="4686" y="703"/>
                </a:lnTo>
                <a:lnTo>
                  <a:pt x="4684" y="698"/>
                </a:lnTo>
                <a:lnTo>
                  <a:pt x="4683" y="696"/>
                </a:lnTo>
                <a:lnTo>
                  <a:pt x="4681" y="692"/>
                </a:lnTo>
                <a:lnTo>
                  <a:pt x="4680" y="690"/>
                </a:lnTo>
                <a:lnTo>
                  <a:pt x="4679" y="687"/>
                </a:lnTo>
                <a:lnTo>
                  <a:pt x="4679" y="686"/>
                </a:lnTo>
                <a:lnTo>
                  <a:pt x="4668" y="657"/>
                </a:lnTo>
                <a:lnTo>
                  <a:pt x="4667" y="649"/>
                </a:lnTo>
                <a:lnTo>
                  <a:pt x="4664" y="638"/>
                </a:lnTo>
                <a:lnTo>
                  <a:pt x="4662" y="629"/>
                </a:lnTo>
                <a:lnTo>
                  <a:pt x="4662" y="625"/>
                </a:lnTo>
                <a:lnTo>
                  <a:pt x="4661" y="621"/>
                </a:lnTo>
                <a:lnTo>
                  <a:pt x="4661" y="618"/>
                </a:lnTo>
                <a:lnTo>
                  <a:pt x="4660" y="614"/>
                </a:lnTo>
                <a:lnTo>
                  <a:pt x="4660" y="610"/>
                </a:lnTo>
                <a:lnTo>
                  <a:pt x="4658" y="606"/>
                </a:lnTo>
                <a:lnTo>
                  <a:pt x="4658" y="601"/>
                </a:lnTo>
                <a:lnTo>
                  <a:pt x="4657" y="596"/>
                </a:lnTo>
                <a:lnTo>
                  <a:pt x="4657" y="590"/>
                </a:lnTo>
                <a:lnTo>
                  <a:pt x="4656" y="584"/>
                </a:lnTo>
                <a:lnTo>
                  <a:pt x="4656" y="575"/>
                </a:lnTo>
                <a:lnTo>
                  <a:pt x="4655" y="565"/>
                </a:lnTo>
                <a:lnTo>
                  <a:pt x="4655" y="547"/>
                </a:lnTo>
                <a:lnTo>
                  <a:pt x="4654" y="542"/>
                </a:lnTo>
                <a:lnTo>
                  <a:pt x="4654" y="536"/>
                </a:lnTo>
                <a:lnTo>
                  <a:pt x="4654" y="523"/>
                </a:lnTo>
                <a:lnTo>
                  <a:pt x="4654" y="471"/>
                </a:lnTo>
                <a:lnTo>
                  <a:pt x="4654" y="418"/>
                </a:lnTo>
                <a:lnTo>
                  <a:pt x="4654" y="404"/>
                </a:lnTo>
                <a:lnTo>
                  <a:pt x="4654" y="397"/>
                </a:lnTo>
                <a:lnTo>
                  <a:pt x="4654" y="394"/>
                </a:lnTo>
                <a:lnTo>
                  <a:pt x="4655" y="392"/>
                </a:lnTo>
                <a:lnTo>
                  <a:pt x="4655" y="383"/>
                </a:lnTo>
                <a:lnTo>
                  <a:pt x="4655" y="364"/>
                </a:lnTo>
                <a:lnTo>
                  <a:pt x="4656" y="355"/>
                </a:lnTo>
                <a:lnTo>
                  <a:pt x="4656" y="349"/>
                </a:lnTo>
                <a:lnTo>
                  <a:pt x="4657" y="344"/>
                </a:lnTo>
                <a:lnTo>
                  <a:pt x="4658" y="339"/>
                </a:lnTo>
                <a:lnTo>
                  <a:pt x="4658" y="333"/>
                </a:lnTo>
                <a:lnTo>
                  <a:pt x="4660" y="329"/>
                </a:lnTo>
                <a:lnTo>
                  <a:pt x="4660" y="321"/>
                </a:lnTo>
                <a:lnTo>
                  <a:pt x="4661" y="314"/>
                </a:lnTo>
                <a:lnTo>
                  <a:pt x="4666" y="297"/>
                </a:lnTo>
                <a:lnTo>
                  <a:pt x="4666" y="293"/>
                </a:lnTo>
                <a:lnTo>
                  <a:pt x="4666" y="291"/>
                </a:lnTo>
                <a:lnTo>
                  <a:pt x="4667" y="288"/>
                </a:lnTo>
                <a:lnTo>
                  <a:pt x="4667" y="286"/>
                </a:lnTo>
                <a:lnTo>
                  <a:pt x="4667" y="283"/>
                </a:lnTo>
                <a:lnTo>
                  <a:pt x="4668" y="282"/>
                </a:lnTo>
                <a:lnTo>
                  <a:pt x="4669" y="277"/>
                </a:lnTo>
                <a:lnTo>
                  <a:pt x="4678" y="253"/>
                </a:lnTo>
                <a:lnTo>
                  <a:pt x="4679" y="250"/>
                </a:lnTo>
                <a:lnTo>
                  <a:pt x="4680" y="247"/>
                </a:lnTo>
                <a:lnTo>
                  <a:pt x="4681" y="244"/>
                </a:lnTo>
                <a:lnTo>
                  <a:pt x="4681" y="243"/>
                </a:lnTo>
                <a:lnTo>
                  <a:pt x="4683" y="241"/>
                </a:lnTo>
                <a:lnTo>
                  <a:pt x="4684" y="238"/>
                </a:lnTo>
                <a:lnTo>
                  <a:pt x="4685" y="235"/>
                </a:lnTo>
                <a:lnTo>
                  <a:pt x="4686" y="232"/>
                </a:lnTo>
                <a:lnTo>
                  <a:pt x="4687" y="230"/>
                </a:lnTo>
                <a:lnTo>
                  <a:pt x="4689" y="227"/>
                </a:lnTo>
                <a:lnTo>
                  <a:pt x="4690" y="225"/>
                </a:lnTo>
                <a:lnTo>
                  <a:pt x="4691" y="224"/>
                </a:lnTo>
                <a:lnTo>
                  <a:pt x="4693" y="221"/>
                </a:lnTo>
                <a:lnTo>
                  <a:pt x="4693" y="219"/>
                </a:lnTo>
                <a:lnTo>
                  <a:pt x="4696" y="216"/>
                </a:lnTo>
                <a:lnTo>
                  <a:pt x="4696" y="214"/>
                </a:lnTo>
                <a:lnTo>
                  <a:pt x="4698" y="211"/>
                </a:lnTo>
                <a:lnTo>
                  <a:pt x="4699" y="209"/>
                </a:lnTo>
                <a:lnTo>
                  <a:pt x="4701" y="208"/>
                </a:lnTo>
                <a:lnTo>
                  <a:pt x="4702" y="206"/>
                </a:lnTo>
                <a:lnTo>
                  <a:pt x="4703" y="205"/>
                </a:lnTo>
                <a:lnTo>
                  <a:pt x="4704" y="203"/>
                </a:lnTo>
                <a:lnTo>
                  <a:pt x="4705" y="202"/>
                </a:lnTo>
                <a:lnTo>
                  <a:pt x="4707" y="200"/>
                </a:lnTo>
                <a:lnTo>
                  <a:pt x="4709" y="197"/>
                </a:lnTo>
                <a:lnTo>
                  <a:pt x="4710" y="194"/>
                </a:lnTo>
                <a:lnTo>
                  <a:pt x="4712" y="193"/>
                </a:lnTo>
                <a:lnTo>
                  <a:pt x="4718" y="188"/>
                </a:lnTo>
                <a:lnTo>
                  <a:pt x="4720" y="185"/>
                </a:lnTo>
                <a:lnTo>
                  <a:pt x="4725" y="180"/>
                </a:lnTo>
                <a:lnTo>
                  <a:pt x="4730" y="175"/>
                </a:lnTo>
                <a:lnTo>
                  <a:pt x="4733" y="171"/>
                </a:lnTo>
                <a:lnTo>
                  <a:pt x="4737" y="169"/>
                </a:lnTo>
                <a:lnTo>
                  <a:pt x="4739" y="167"/>
                </a:lnTo>
                <a:lnTo>
                  <a:pt x="4741" y="165"/>
                </a:lnTo>
                <a:lnTo>
                  <a:pt x="4743" y="165"/>
                </a:lnTo>
                <a:lnTo>
                  <a:pt x="4744" y="164"/>
                </a:lnTo>
                <a:lnTo>
                  <a:pt x="4747" y="163"/>
                </a:lnTo>
                <a:lnTo>
                  <a:pt x="4748" y="161"/>
                </a:lnTo>
                <a:lnTo>
                  <a:pt x="4750" y="160"/>
                </a:lnTo>
                <a:lnTo>
                  <a:pt x="4751" y="159"/>
                </a:lnTo>
                <a:lnTo>
                  <a:pt x="4754" y="158"/>
                </a:lnTo>
                <a:lnTo>
                  <a:pt x="4757" y="155"/>
                </a:lnTo>
                <a:lnTo>
                  <a:pt x="4782" y="144"/>
                </a:lnTo>
                <a:lnTo>
                  <a:pt x="4786" y="143"/>
                </a:lnTo>
                <a:lnTo>
                  <a:pt x="4812" y="134"/>
                </a:lnTo>
                <a:lnTo>
                  <a:pt x="4818" y="134"/>
                </a:lnTo>
                <a:lnTo>
                  <a:pt x="4823" y="133"/>
                </a:lnTo>
                <a:lnTo>
                  <a:pt x="4828" y="132"/>
                </a:lnTo>
                <a:lnTo>
                  <a:pt x="4832" y="131"/>
                </a:lnTo>
                <a:lnTo>
                  <a:pt x="4836" y="131"/>
                </a:lnTo>
                <a:lnTo>
                  <a:pt x="4841" y="131"/>
                </a:lnTo>
                <a:lnTo>
                  <a:pt x="4847" y="130"/>
                </a:lnTo>
                <a:lnTo>
                  <a:pt x="4865" y="128"/>
                </a:lnTo>
                <a:lnTo>
                  <a:pt x="4870" y="128"/>
                </a:lnTo>
                <a:lnTo>
                  <a:pt x="4876" y="127"/>
                </a:lnTo>
                <a:lnTo>
                  <a:pt x="4888" y="128"/>
                </a:lnTo>
                <a:lnTo>
                  <a:pt x="4907" y="128"/>
                </a:lnTo>
                <a:lnTo>
                  <a:pt x="4915" y="130"/>
                </a:lnTo>
                <a:lnTo>
                  <a:pt x="4919" y="130"/>
                </a:lnTo>
                <a:lnTo>
                  <a:pt x="4924" y="131"/>
                </a:lnTo>
                <a:lnTo>
                  <a:pt x="4928" y="131"/>
                </a:lnTo>
                <a:lnTo>
                  <a:pt x="4933" y="132"/>
                </a:lnTo>
                <a:lnTo>
                  <a:pt x="4935" y="132"/>
                </a:lnTo>
                <a:lnTo>
                  <a:pt x="4939" y="133"/>
                </a:lnTo>
                <a:lnTo>
                  <a:pt x="4941" y="133"/>
                </a:lnTo>
                <a:lnTo>
                  <a:pt x="4946" y="134"/>
                </a:lnTo>
                <a:lnTo>
                  <a:pt x="4952" y="136"/>
                </a:lnTo>
                <a:lnTo>
                  <a:pt x="4956" y="137"/>
                </a:lnTo>
                <a:lnTo>
                  <a:pt x="4959" y="138"/>
                </a:lnTo>
                <a:lnTo>
                  <a:pt x="4962" y="138"/>
                </a:lnTo>
                <a:lnTo>
                  <a:pt x="4963" y="139"/>
                </a:lnTo>
                <a:lnTo>
                  <a:pt x="4965" y="139"/>
                </a:lnTo>
                <a:lnTo>
                  <a:pt x="4969" y="141"/>
                </a:lnTo>
                <a:lnTo>
                  <a:pt x="4973" y="143"/>
                </a:lnTo>
                <a:lnTo>
                  <a:pt x="4976" y="144"/>
                </a:lnTo>
                <a:lnTo>
                  <a:pt x="4979" y="145"/>
                </a:lnTo>
                <a:lnTo>
                  <a:pt x="4981" y="147"/>
                </a:lnTo>
                <a:lnTo>
                  <a:pt x="4985" y="148"/>
                </a:lnTo>
                <a:lnTo>
                  <a:pt x="4987" y="149"/>
                </a:lnTo>
                <a:lnTo>
                  <a:pt x="4990" y="150"/>
                </a:lnTo>
                <a:lnTo>
                  <a:pt x="4992" y="152"/>
                </a:lnTo>
                <a:lnTo>
                  <a:pt x="4996" y="154"/>
                </a:lnTo>
                <a:lnTo>
                  <a:pt x="4999" y="155"/>
                </a:lnTo>
                <a:lnTo>
                  <a:pt x="5000" y="156"/>
                </a:lnTo>
                <a:lnTo>
                  <a:pt x="5002" y="158"/>
                </a:lnTo>
                <a:lnTo>
                  <a:pt x="5004" y="159"/>
                </a:lnTo>
                <a:lnTo>
                  <a:pt x="5005" y="160"/>
                </a:lnTo>
                <a:lnTo>
                  <a:pt x="5006" y="163"/>
                </a:lnTo>
                <a:lnTo>
                  <a:pt x="5009" y="164"/>
                </a:lnTo>
                <a:lnTo>
                  <a:pt x="5011" y="165"/>
                </a:lnTo>
                <a:lnTo>
                  <a:pt x="5015" y="167"/>
                </a:lnTo>
                <a:lnTo>
                  <a:pt x="5019" y="171"/>
                </a:lnTo>
                <a:lnTo>
                  <a:pt x="5022" y="175"/>
                </a:lnTo>
                <a:lnTo>
                  <a:pt x="5032" y="183"/>
                </a:lnTo>
                <a:lnTo>
                  <a:pt x="5035" y="188"/>
                </a:lnTo>
                <a:lnTo>
                  <a:pt x="5038" y="191"/>
                </a:lnTo>
                <a:lnTo>
                  <a:pt x="5040" y="194"/>
                </a:lnTo>
                <a:lnTo>
                  <a:pt x="5042" y="195"/>
                </a:lnTo>
                <a:lnTo>
                  <a:pt x="5043" y="198"/>
                </a:lnTo>
                <a:lnTo>
                  <a:pt x="5044" y="200"/>
                </a:lnTo>
                <a:lnTo>
                  <a:pt x="5045" y="202"/>
                </a:lnTo>
                <a:lnTo>
                  <a:pt x="5046" y="204"/>
                </a:lnTo>
                <a:lnTo>
                  <a:pt x="5048" y="206"/>
                </a:lnTo>
                <a:lnTo>
                  <a:pt x="5049" y="208"/>
                </a:lnTo>
                <a:lnTo>
                  <a:pt x="5050" y="209"/>
                </a:lnTo>
                <a:lnTo>
                  <a:pt x="5051" y="211"/>
                </a:lnTo>
                <a:lnTo>
                  <a:pt x="5052" y="214"/>
                </a:lnTo>
                <a:lnTo>
                  <a:pt x="5054" y="215"/>
                </a:lnTo>
                <a:lnTo>
                  <a:pt x="5055" y="217"/>
                </a:lnTo>
                <a:lnTo>
                  <a:pt x="5056" y="221"/>
                </a:lnTo>
                <a:lnTo>
                  <a:pt x="5060" y="228"/>
                </a:lnTo>
                <a:lnTo>
                  <a:pt x="5062" y="233"/>
                </a:lnTo>
                <a:lnTo>
                  <a:pt x="5063" y="236"/>
                </a:lnTo>
                <a:lnTo>
                  <a:pt x="5064" y="238"/>
                </a:lnTo>
                <a:lnTo>
                  <a:pt x="5066" y="242"/>
                </a:lnTo>
                <a:lnTo>
                  <a:pt x="5067" y="244"/>
                </a:lnTo>
                <a:lnTo>
                  <a:pt x="5068" y="248"/>
                </a:lnTo>
                <a:lnTo>
                  <a:pt x="5068" y="249"/>
                </a:lnTo>
                <a:lnTo>
                  <a:pt x="5069" y="252"/>
                </a:lnTo>
                <a:lnTo>
                  <a:pt x="5069" y="253"/>
                </a:lnTo>
                <a:lnTo>
                  <a:pt x="5072" y="258"/>
                </a:lnTo>
                <a:lnTo>
                  <a:pt x="5072" y="260"/>
                </a:lnTo>
                <a:lnTo>
                  <a:pt x="5073" y="261"/>
                </a:lnTo>
                <a:lnTo>
                  <a:pt x="5073" y="264"/>
                </a:lnTo>
                <a:lnTo>
                  <a:pt x="5073" y="265"/>
                </a:lnTo>
                <a:lnTo>
                  <a:pt x="5074" y="269"/>
                </a:lnTo>
                <a:lnTo>
                  <a:pt x="5075" y="274"/>
                </a:lnTo>
                <a:lnTo>
                  <a:pt x="5077" y="276"/>
                </a:lnTo>
                <a:lnTo>
                  <a:pt x="5077" y="278"/>
                </a:lnTo>
                <a:lnTo>
                  <a:pt x="5078" y="281"/>
                </a:lnTo>
                <a:lnTo>
                  <a:pt x="5078" y="282"/>
                </a:lnTo>
                <a:lnTo>
                  <a:pt x="5079" y="288"/>
                </a:lnTo>
                <a:lnTo>
                  <a:pt x="5081" y="297"/>
                </a:lnTo>
                <a:lnTo>
                  <a:pt x="5083" y="303"/>
                </a:lnTo>
                <a:lnTo>
                  <a:pt x="5083" y="307"/>
                </a:lnTo>
                <a:lnTo>
                  <a:pt x="5085" y="316"/>
                </a:lnTo>
                <a:lnTo>
                  <a:pt x="5087" y="336"/>
                </a:lnTo>
                <a:lnTo>
                  <a:pt x="5087" y="341"/>
                </a:lnTo>
                <a:lnTo>
                  <a:pt x="5087" y="347"/>
                </a:lnTo>
                <a:lnTo>
                  <a:pt x="5089" y="355"/>
                </a:lnTo>
                <a:lnTo>
                  <a:pt x="5090" y="370"/>
                </a:lnTo>
                <a:lnTo>
                  <a:pt x="5090" y="376"/>
                </a:lnTo>
                <a:lnTo>
                  <a:pt x="5090" y="407"/>
                </a:lnTo>
                <a:lnTo>
                  <a:pt x="5090" y="532"/>
                </a:lnTo>
                <a:close/>
                <a:moveTo>
                  <a:pt x="4430" y="142"/>
                </a:moveTo>
                <a:lnTo>
                  <a:pt x="4606" y="142"/>
                </a:lnTo>
                <a:lnTo>
                  <a:pt x="4606" y="587"/>
                </a:lnTo>
                <a:lnTo>
                  <a:pt x="4606" y="664"/>
                </a:lnTo>
                <a:lnTo>
                  <a:pt x="4606" y="687"/>
                </a:lnTo>
                <a:lnTo>
                  <a:pt x="4606" y="693"/>
                </a:lnTo>
                <a:lnTo>
                  <a:pt x="4606" y="700"/>
                </a:lnTo>
                <a:lnTo>
                  <a:pt x="4606" y="712"/>
                </a:lnTo>
                <a:lnTo>
                  <a:pt x="4605" y="720"/>
                </a:lnTo>
                <a:lnTo>
                  <a:pt x="4605" y="726"/>
                </a:lnTo>
                <a:lnTo>
                  <a:pt x="4604" y="731"/>
                </a:lnTo>
                <a:lnTo>
                  <a:pt x="4603" y="740"/>
                </a:lnTo>
                <a:lnTo>
                  <a:pt x="4602" y="747"/>
                </a:lnTo>
                <a:lnTo>
                  <a:pt x="4602" y="751"/>
                </a:lnTo>
                <a:lnTo>
                  <a:pt x="4597" y="767"/>
                </a:lnTo>
                <a:lnTo>
                  <a:pt x="4597" y="772"/>
                </a:lnTo>
                <a:lnTo>
                  <a:pt x="4595" y="775"/>
                </a:lnTo>
                <a:lnTo>
                  <a:pt x="4594" y="778"/>
                </a:lnTo>
                <a:lnTo>
                  <a:pt x="4594" y="779"/>
                </a:lnTo>
                <a:lnTo>
                  <a:pt x="4594" y="780"/>
                </a:lnTo>
                <a:lnTo>
                  <a:pt x="4593" y="782"/>
                </a:lnTo>
                <a:lnTo>
                  <a:pt x="4593" y="784"/>
                </a:lnTo>
                <a:lnTo>
                  <a:pt x="4591" y="790"/>
                </a:lnTo>
                <a:lnTo>
                  <a:pt x="4589" y="795"/>
                </a:lnTo>
                <a:lnTo>
                  <a:pt x="4588" y="796"/>
                </a:lnTo>
                <a:lnTo>
                  <a:pt x="4587" y="798"/>
                </a:lnTo>
                <a:lnTo>
                  <a:pt x="4586" y="801"/>
                </a:lnTo>
                <a:lnTo>
                  <a:pt x="4586" y="802"/>
                </a:lnTo>
                <a:lnTo>
                  <a:pt x="4583" y="806"/>
                </a:lnTo>
                <a:lnTo>
                  <a:pt x="4582" y="808"/>
                </a:lnTo>
                <a:lnTo>
                  <a:pt x="4581" y="811"/>
                </a:lnTo>
                <a:lnTo>
                  <a:pt x="4580" y="813"/>
                </a:lnTo>
                <a:lnTo>
                  <a:pt x="4580" y="815"/>
                </a:lnTo>
                <a:lnTo>
                  <a:pt x="4577" y="819"/>
                </a:lnTo>
                <a:lnTo>
                  <a:pt x="4576" y="822"/>
                </a:lnTo>
                <a:lnTo>
                  <a:pt x="4574" y="824"/>
                </a:lnTo>
                <a:lnTo>
                  <a:pt x="4573" y="825"/>
                </a:lnTo>
                <a:lnTo>
                  <a:pt x="4571" y="828"/>
                </a:lnTo>
                <a:lnTo>
                  <a:pt x="4570" y="829"/>
                </a:lnTo>
                <a:lnTo>
                  <a:pt x="4569" y="831"/>
                </a:lnTo>
                <a:lnTo>
                  <a:pt x="4568" y="833"/>
                </a:lnTo>
                <a:lnTo>
                  <a:pt x="4566" y="834"/>
                </a:lnTo>
                <a:lnTo>
                  <a:pt x="4565" y="836"/>
                </a:lnTo>
                <a:lnTo>
                  <a:pt x="4564" y="839"/>
                </a:lnTo>
                <a:lnTo>
                  <a:pt x="4563" y="840"/>
                </a:lnTo>
                <a:lnTo>
                  <a:pt x="4559" y="844"/>
                </a:lnTo>
                <a:lnTo>
                  <a:pt x="4552" y="851"/>
                </a:lnTo>
                <a:lnTo>
                  <a:pt x="4545" y="859"/>
                </a:lnTo>
                <a:lnTo>
                  <a:pt x="4541" y="862"/>
                </a:lnTo>
                <a:lnTo>
                  <a:pt x="4537" y="864"/>
                </a:lnTo>
                <a:lnTo>
                  <a:pt x="4535" y="867"/>
                </a:lnTo>
                <a:lnTo>
                  <a:pt x="4533" y="868"/>
                </a:lnTo>
                <a:lnTo>
                  <a:pt x="4531" y="869"/>
                </a:lnTo>
                <a:lnTo>
                  <a:pt x="4529" y="870"/>
                </a:lnTo>
                <a:lnTo>
                  <a:pt x="4527" y="873"/>
                </a:lnTo>
                <a:lnTo>
                  <a:pt x="4524" y="873"/>
                </a:lnTo>
                <a:lnTo>
                  <a:pt x="4522" y="875"/>
                </a:lnTo>
                <a:lnTo>
                  <a:pt x="4521" y="876"/>
                </a:lnTo>
                <a:lnTo>
                  <a:pt x="4517" y="878"/>
                </a:lnTo>
                <a:lnTo>
                  <a:pt x="4516" y="879"/>
                </a:lnTo>
                <a:lnTo>
                  <a:pt x="4513" y="880"/>
                </a:lnTo>
                <a:lnTo>
                  <a:pt x="4511" y="883"/>
                </a:lnTo>
                <a:lnTo>
                  <a:pt x="4508" y="883"/>
                </a:lnTo>
                <a:lnTo>
                  <a:pt x="4505" y="885"/>
                </a:lnTo>
                <a:lnTo>
                  <a:pt x="4502" y="885"/>
                </a:lnTo>
                <a:lnTo>
                  <a:pt x="4499" y="887"/>
                </a:lnTo>
                <a:lnTo>
                  <a:pt x="4498" y="887"/>
                </a:lnTo>
                <a:lnTo>
                  <a:pt x="4495" y="889"/>
                </a:lnTo>
                <a:lnTo>
                  <a:pt x="4493" y="890"/>
                </a:lnTo>
                <a:lnTo>
                  <a:pt x="4490" y="891"/>
                </a:lnTo>
                <a:lnTo>
                  <a:pt x="4485" y="892"/>
                </a:lnTo>
                <a:lnTo>
                  <a:pt x="4481" y="895"/>
                </a:lnTo>
                <a:lnTo>
                  <a:pt x="4479" y="895"/>
                </a:lnTo>
                <a:lnTo>
                  <a:pt x="4478" y="896"/>
                </a:lnTo>
                <a:lnTo>
                  <a:pt x="4476" y="896"/>
                </a:lnTo>
                <a:lnTo>
                  <a:pt x="4473" y="897"/>
                </a:lnTo>
                <a:lnTo>
                  <a:pt x="4472" y="897"/>
                </a:lnTo>
                <a:lnTo>
                  <a:pt x="4470" y="897"/>
                </a:lnTo>
                <a:lnTo>
                  <a:pt x="4465" y="898"/>
                </a:lnTo>
                <a:lnTo>
                  <a:pt x="4464" y="900"/>
                </a:lnTo>
                <a:lnTo>
                  <a:pt x="4461" y="900"/>
                </a:lnTo>
                <a:lnTo>
                  <a:pt x="4456" y="901"/>
                </a:lnTo>
                <a:lnTo>
                  <a:pt x="4454" y="902"/>
                </a:lnTo>
                <a:lnTo>
                  <a:pt x="4450" y="902"/>
                </a:lnTo>
                <a:lnTo>
                  <a:pt x="4448" y="903"/>
                </a:lnTo>
                <a:lnTo>
                  <a:pt x="4446" y="903"/>
                </a:lnTo>
                <a:lnTo>
                  <a:pt x="4442" y="905"/>
                </a:lnTo>
                <a:lnTo>
                  <a:pt x="4435" y="906"/>
                </a:lnTo>
                <a:lnTo>
                  <a:pt x="4431" y="906"/>
                </a:lnTo>
                <a:lnTo>
                  <a:pt x="4426" y="907"/>
                </a:lnTo>
                <a:lnTo>
                  <a:pt x="4421" y="907"/>
                </a:lnTo>
                <a:lnTo>
                  <a:pt x="4418" y="908"/>
                </a:lnTo>
                <a:lnTo>
                  <a:pt x="4412" y="908"/>
                </a:lnTo>
                <a:lnTo>
                  <a:pt x="4405" y="909"/>
                </a:lnTo>
                <a:lnTo>
                  <a:pt x="4395" y="909"/>
                </a:lnTo>
                <a:lnTo>
                  <a:pt x="4391" y="909"/>
                </a:lnTo>
                <a:lnTo>
                  <a:pt x="4388" y="911"/>
                </a:lnTo>
                <a:lnTo>
                  <a:pt x="4380" y="911"/>
                </a:lnTo>
                <a:lnTo>
                  <a:pt x="4354" y="911"/>
                </a:lnTo>
                <a:lnTo>
                  <a:pt x="4343" y="911"/>
                </a:lnTo>
                <a:lnTo>
                  <a:pt x="4338" y="911"/>
                </a:lnTo>
                <a:lnTo>
                  <a:pt x="4333" y="909"/>
                </a:lnTo>
                <a:lnTo>
                  <a:pt x="4317" y="909"/>
                </a:lnTo>
                <a:lnTo>
                  <a:pt x="4311" y="909"/>
                </a:lnTo>
                <a:lnTo>
                  <a:pt x="4305" y="909"/>
                </a:lnTo>
                <a:lnTo>
                  <a:pt x="4296" y="908"/>
                </a:lnTo>
                <a:lnTo>
                  <a:pt x="4293" y="908"/>
                </a:lnTo>
                <a:lnTo>
                  <a:pt x="4287" y="908"/>
                </a:lnTo>
                <a:lnTo>
                  <a:pt x="4279" y="907"/>
                </a:lnTo>
                <a:lnTo>
                  <a:pt x="4272" y="907"/>
                </a:lnTo>
                <a:lnTo>
                  <a:pt x="4266" y="906"/>
                </a:lnTo>
                <a:lnTo>
                  <a:pt x="4259" y="906"/>
                </a:lnTo>
                <a:lnTo>
                  <a:pt x="4253" y="905"/>
                </a:lnTo>
                <a:lnTo>
                  <a:pt x="4247" y="905"/>
                </a:lnTo>
                <a:lnTo>
                  <a:pt x="4243" y="903"/>
                </a:lnTo>
                <a:lnTo>
                  <a:pt x="4238" y="903"/>
                </a:lnTo>
                <a:lnTo>
                  <a:pt x="4233" y="902"/>
                </a:lnTo>
                <a:lnTo>
                  <a:pt x="4228" y="901"/>
                </a:lnTo>
                <a:lnTo>
                  <a:pt x="4218" y="901"/>
                </a:lnTo>
                <a:lnTo>
                  <a:pt x="4207" y="898"/>
                </a:lnTo>
                <a:lnTo>
                  <a:pt x="4201" y="898"/>
                </a:lnTo>
                <a:lnTo>
                  <a:pt x="4197" y="897"/>
                </a:lnTo>
                <a:lnTo>
                  <a:pt x="4193" y="897"/>
                </a:lnTo>
                <a:lnTo>
                  <a:pt x="4187" y="895"/>
                </a:lnTo>
                <a:lnTo>
                  <a:pt x="4181" y="894"/>
                </a:lnTo>
                <a:lnTo>
                  <a:pt x="4177" y="894"/>
                </a:lnTo>
                <a:lnTo>
                  <a:pt x="4172" y="892"/>
                </a:lnTo>
                <a:lnTo>
                  <a:pt x="4166" y="891"/>
                </a:lnTo>
                <a:lnTo>
                  <a:pt x="4170" y="746"/>
                </a:lnTo>
                <a:lnTo>
                  <a:pt x="4183" y="748"/>
                </a:lnTo>
                <a:lnTo>
                  <a:pt x="4188" y="748"/>
                </a:lnTo>
                <a:lnTo>
                  <a:pt x="4194" y="750"/>
                </a:lnTo>
                <a:lnTo>
                  <a:pt x="4200" y="751"/>
                </a:lnTo>
                <a:lnTo>
                  <a:pt x="4204" y="751"/>
                </a:lnTo>
                <a:lnTo>
                  <a:pt x="4210" y="752"/>
                </a:lnTo>
                <a:lnTo>
                  <a:pt x="4216" y="752"/>
                </a:lnTo>
                <a:lnTo>
                  <a:pt x="4222" y="753"/>
                </a:lnTo>
                <a:lnTo>
                  <a:pt x="4228" y="754"/>
                </a:lnTo>
                <a:lnTo>
                  <a:pt x="4239" y="754"/>
                </a:lnTo>
                <a:lnTo>
                  <a:pt x="4244" y="756"/>
                </a:lnTo>
                <a:lnTo>
                  <a:pt x="4250" y="756"/>
                </a:lnTo>
                <a:lnTo>
                  <a:pt x="4256" y="757"/>
                </a:lnTo>
                <a:lnTo>
                  <a:pt x="4262" y="757"/>
                </a:lnTo>
                <a:lnTo>
                  <a:pt x="4269" y="758"/>
                </a:lnTo>
                <a:lnTo>
                  <a:pt x="4275" y="758"/>
                </a:lnTo>
                <a:lnTo>
                  <a:pt x="4284" y="759"/>
                </a:lnTo>
                <a:lnTo>
                  <a:pt x="4286" y="759"/>
                </a:lnTo>
                <a:lnTo>
                  <a:pt x="4292" y="759"/>
                </a:lnTo>
                <a:lnTo>
                  <a:pt x="4302" y="761"/>
                </a:lnTo>
                <a:lnTo>
                  <a:pt x="4305" y="761"/>
                </a:lnTo>
                <a:lnTo>
                  <a:pt x="4308" y="761"/>
                </a:lnTo>
                <a:lnTo>
                  <a:pt x="4314" y="762"/>
                </a:lnTo>
                <a:lnTo>
                  <a:pt x="4331" y="762"/>
                </a:lnTo>
                <a:lnTo>
                  <a:pt x="4351" y="762"/>
                </a:lnTo>
                <a:lnTo>
                  <a:pt x="4365" y="762"/>
                </a:lnTo>
                <a:lnTo>
                  <a:pt x="4372" y="761"/>
                </a:lnTo>
                <a:lnTo>
                  <a:pt x="4378" y="759"/>
                </a:lnTo>
                <a:lnTo>
                  <a:pt x="4384" y="757"/>
                </a:lnTo>
                <a:lnTo>
                  <a:pt x="4389" y="756"/>
                </a:lnTo>
                <a:lnTo>
                  <a:pt x="4398" y="751"/>
                </a:lnTo>
                <a:lnTo>
                  <a:pt x="4401" y="747"/>
                </a:lnTo>
                <a:lnTo>
                  <a:pt x="4405" y="743"/>
                </a:lnTo>
                <a:lnTo>
                  <a:pt x="4406" y="742"/>
                </a:lnTo>
                <a:lnTo>
                  <a:pt x="4406" y="740"/>
                </a:lnTo>
                <a:lnTo>
                  <a:pt x="4407" y="737"/>
                </a:lnTo>
                <a:lnTo>
                  <a:pt x="4409" y="735"/>
                </a:lnTo>
                <a:lnTo>
                  <a:pt x="4411" y="729"/>
                </a:lnTo>
                <a:lnTo>
                  <a:pt x="4412" y="726"/>
                </a:lnTo>
                <a:lnTo>
                  <a:pt x="4412" y="723"/>
                </a:lnTo>
                <a:lnTo>
                  <a:pt x="4413" y="719"/>
                </a:lnTo>
                <a:lnTo>
                  <a:pt x="4413" y="710"/>
                </a:lnTo>
                <a:lnTo>
                  <a:pt x="4413" y="693"/>
                </a:lnTo>
                <a:lnTo>
                  <a:pt x="4413" y="641"/>
                </a:lnTo>
                <a:lnTo>
                  <a:pt x="4406" y="648"/>
                </a:lnTo>
                <a:lnTo>
                  <a:pt x="4400" y="654"/>
                </a:lnTo>
                <a:lnTo>
                  <a:pt x="4395" y="658"/>
                </a:lnTo>
                <a:lnTo>
                  <a:pt x="4391" y="660"/>
                </a:lnTo>
                <a:lnTo>
                  <a:pt x="4389" y="663"/>
                </a:lnTo>
                <a:lnTo>
                  <a:pt x="4386" y="664"/>
                </a:lnTo>
                <a:lnTo>
                  <a:pt x="4385" y="665"/>
                </a:lnTo>
                <a:lnTo>
                  <a:pt x="4383" y="667"/>
                </a:lnTo>
                <a:lnTo>
                  <a:pt x="4382" y="668"/>
                </a:lnTo>
                <a:lnTo>
                  <a:pt x="4380" y="669"/>
                </a:lnTo>
                <a:lnTo>
                  <a:pt x="4378" y="670"/>
                </a:lnTo>
                <a:lnTo>
                  <a:pt x="4377" y="671"/>
                </a:lnTo>
                <a:lnTo>
                  <a:pt x="4374" y="673"/>
                </a:lnTo>
                <a:lnTo>
                  <a:pt x="4372" y="674"/>
                </a:lnTo>
                <a:lnTo>
                  <a:pt x="4368" y="676"/>
                </a:lnTo>
                <a:lnTo>
                  <a:pt x="4367" y="678"/>
                </a:lnTo>
                <a:lnTo>
                  <a:pt x="4365" y="678"/>
                </a:lnTo>
                <a:lnTo>
                  <a:pt x="4362" y="679"/>
                </a:lnTo>
                <a:lnTo>
                  <a:pt x="4357" y="681"/>
                </a:lnTo>
                <a:lnTo>
                  <a:pt x="4355" y="682"/>
                </a:lnTo>
                <a:lnTo>
                  <a:pt x="4350" y="685"/>
                </a:lnTo>
                <a:lnTo>
                  <a:pt x="4344" y="687"/>
                </a:lnTo>
                <a:lnTo>
                  <a:pt x="4342" y="687"/>
                </a:lnTo>
                <a:lnTo>
                  <a:pt x="4339" y="689"/>
                </a:lnTo>
                <a:lnTo>
                  <a:pt x="4337" y="689"/>
                </a:lnTo>
                <a:lnTo>
                  <a:pt x="4334" y="690"/>
                </a:lnTo>
                <a:lnTo>
                  <a:pt x="4333" y="690"/>
                </a:lnTo>
                <a:lnTo>
                  <a:pt x="4330" y="691"/>
                </a:lnTo>
                <a:lnTo>
                  <a:pt x="4326" y="691"/>
                </a:lnTo>
                <a:lnTo>
                  <a:pt x="4322" y="692"/>
                </a:lnTo>
                <a:lnTo>
                  <a:pt x="4310" y="692"/>
                </a:lnTo>
                <a:lnTo>
                  <a:pt x="4305" y="693"/>
                </a:lnTo>
                <a:lnTo>
                  <a:pt x="4298" y="693"/>
                </a:lnTo>
                <a:lnTo>
                  <a:pt x="4291" y="693"/>
                </a:lnTo>
                <a:lnTo>
                  <a:pt x="4286" y="692"/>
                </a:lnTo>
                <a:lnTo>
                  <a:pt x="4278" y="692"/>
                </a:lnTo>
                <a:lnTo>
                  <a:pt x="4273" y="692"/>
                </a:lnTo>
                <a:lnTo>
                  <a:pt x="4251" y="689"/>
                </a:lnTo>
                <a:lnTo>
                  <a:pt x="4237" y="684"/>
                </a:lnTo>
                <a:lnTo>
                  <a:pt x="4234" y="682"/>
                </a:lnTo>
                <a:lnTo>
                  <a:pt x="4232" y="681"/>
                </a:lnTo>
                <a:lnTo>
                  <a:pt x="4230" y="680"/>
                </a:lnTo>
                <a:lnTo>
                  <a:pt x="4228" y="679"/>
                </a:lnTo>
                <a:lnTo>
                  <a:pt x="4226" y="678"/>
                </a:lnTo>
                <a:lnTo>
                  <a:pt x="4221" y="676"/>
                </a:lnTo>
                <a:lnTo>
                  <a:pt x="4220" y="675"/>
                </a:lnTo>
                <a:lnTo>
                  <a:pt x="4217" y="673"/>
                </a:lnTo>
                <a:lnTo>
                  <a:pt x="4216" y="671"/>
                </a:lnTo>
                <a:lnTo>
                  <a:pt x="4214" y="670"/>
                </a:lnTo>
                <a:lnTo>
                  <a:pt x="4211" y="668"/>
                </a:lnTo>
                <a:lnTo>
                  <a:pt x="4207" y="665"/>
                </a:lnTo>
                <a:lnTo>
                  <a:pt x="4201" y="659"/>
                </a:lnTo>
                <a:lnTo>
                  <a:pt x="4195" y="654"/>
                </a:lnTo>
                <a:lnTo>
                  <a:pt x="4193" y="651"/>
                </a:lnTo>
                <a:lnTo>
                  <a:pt x="4191" y="648"/>
                </a:lnTo>
                <a:lnTo>
                  <a:pt x="4189" y="646"/>
                </a:lnTo>
                <a:lnTo>
                  <a:pt x="4188" y="645"/>
                </a:lnTo>
                <a:lnTo>
                  <a:pt x="4188" y="642"/>
                </a:lnTo>
                <a:lnTo>
                  <a:pt x="4186" y="641"/>
                </a:lnTo>
                <a:lnTo>
                  <a:pt x="4185" y="638"/>
                </a:lnTo>
                <a:lnTo>
                  <a:pt x="4185" y="636"/>
                </a:lnTo>
                <a:lnTo>
                  <a:pt x="4183" y="635"/>
                </a:lnTo>
                <a:lnTo>
                  <a:pt x="4182" y="632"/>
                </a:lnTo>
                <a:lnTo>
                  <a:pt x="4180" y="631"/>
                </a:lnTo>
                <a:lnTo>
                  <a:pt x="4180" y="629"/>
                </a:lnTo>
                <a:lnTo>
                  <a:pt x="4177" y="625"/>
                </a:lnTo>
                <a:lnTo>
                  <a:pt x="4177" y="623"/>
                </a:lnTo>
                <a:lnTo>
                  <a:pt x="4175" y="619"/>
                </a:lnTo>
                <a:lnTo>
                  <a:pt x="4175" y="618"/>
                </a:lnTo>
                <a:lnTo>
                  <a:pt x="4174" y="615"/>
                </a:lnTo>
                <a:lnTo>
                  <a:pt x="4172" y="612"/>
                </a:lnTo>
                <a:lnTo>
                  <a:pt x="4171" y="607"/>
                </a:lnTo>
                <a:lnTo>
                  <a:pt x="4170" y="606"/>
                </a:lnTo>
                <a:lnTo>
                  <a:pt x="4170" y="604"/>
                </a:lnTo>
                <a:lnTo>
                  <a:pt x="4169" y="602"/>
                </a:lnTo>
                <a:lnTo>
                  <a:pt x="4169" y="601"/>
                </a:lnTo>
                <a:lnTo>
                  <a:pt x="4166" y="595"/>
                </a:lnTo>
                <a:lnTo>
                  <a:pt x="4166" y="592"/>
                </a:lnTo>
                <a:lnTo>
                  <a:pt x="4164" y="586"/>
                </a:lnTo>
                <a:lnTo>
                  <a:pt x="4163" y="579"/>
                </a:lnTo>
                <a:lnTo>
                  <a:pt x="4162" y="573"/>
                </a:lnTo>
                <a:lnTo>
                  <a:pt x="4159" y="564"/>
                </a:lnTo>
                <a:lnTo>
                  <a:pt x="4159" y="560"/>
                </a:lnTo>
                <a:lnTo>
                  <a:pt x="4159" y="557"/>
                </a:lnTo>
                <a:lnTo>
                  <a:pt x="4158" y="553"/>
                </a:lnTo>
                <a:lnTo>
                  <a:pt x="4157" y="538"/>
                </a:lnTo>
                <a:lnTo>
                  <a:pt x="4156" y="534"/>
                </a:lnTo>
                <a:lnTo>
                  <a:pt x="4156" y="527"/>
                </a:lnTo>
                <a:lnTo>
                  <a:pt x="4154" y="520"/>
                </a:lnTo>
                <a:lnTo>
                  <a:pt x="4154" y="512"/>
                </a:lnTo>
                <a:lnTo>
                  <a:pt x="4153" y="502"/>
                </a:lnTo>
                <a:lnTo>
                  <a:pt x="4153" y="485"/>
                </a:lnTo>
                <a:lnTo>
                  <a:pt x="4152" y="452"/>
                </a:lnTo>
                <a:lnTo>
                  <a:pt x="4152" y="382"/>
                </a:lnTo>
                <a:lnTo>
                  <a:pt x="4152" y="352"/>
                </a:lnTo>
                <a:lnTo>
                  <a:pt x="4152" y="343"/>
                </a:lnTo>
                <a:lnTo>
                  <a:pt x="4152" y="339"/>
                </a:lnTo>
                <a:lnTo>
                  <a:pt x="4153" y="336"/>
                </a:lnTo>
                <a:lnTo>
                  <a:pt x="4153" y="320"/>
                </a:lnTo>
                <a:lnTo>
                  <a:pt x="4153" y="309"/>
                </a:lnTo>
                <a:lnTo>
                  <a:pt x="4154" y="300"/>
                </a:lnTo>
                <a:lnTo>
                  <a:pt x="4154" y="293"/>
                </a:lnTo>
                <a:lnTo>
                  <a:pt x="4156" y="287"/>
                </a:lnTo>
                <a:lnTo>
                  <a:pt x="4157" y="277"/>
                </a:lnTo>
                <a:lnTo>
                  <a:pt x="4157" y="272"/>
                </a:lnTo>
                <a:lnTo>
                  <a:pt x="4158" y="267"/>
                </a:lnTo>
                <a:lnTo>
                  <a:pt x="4158" y="264"/>
                </a:lnTo>
                <a:lnTo>
                  <a:pt x="4159" y="260"/>
                </a:lnTo>
                <a:lnTo>
                  <a:pt x="4159" y="257"/>
                </a:lnTo>
                <a:lnTo>
                  <a:pt x="4159" y="254"/>
                </a:lnTo>
                <a:lnTo>
                  <a:pt x="4160" y="250"/>
                </a:lnTo>
                <a:lnTo>
                  <a:pt x="4160" y="248"/>
                </a:lnTo>
                <a:lnTo>
                  <a:pt x="4162" y="246"/>
                </a:lnTo>
                <a:lnTo>
                  <a:pt x="4162" y="242"/>
                </a:lnTo>
                <a:lnTo>
                  <a:pt x="4170" y="213"/>
                </a:lnTo>
                <a:lnTo>
                  <a:pt x="4172" y="209"/>
                </a:lnTo>
                <a:lnTo>
                  <a:pt x="4174" y="205"/>
                </a:lnTo>
                <a:lnTo>
                  <a:pt x="4174" y="203"/>
                </a:lnTo>
                <a:lnTo>
                  <a:pt x="4175" y="200"/>
                </a:lnTo>
                <a:lnTo>
                  <a:pt x="4176" y="197"/>
                </a:lnTo>
                <a:lnTo>
                  <a:pt x="4178" y="194"/>
                </a:lnTo>
                <a:lnTo>
                  <a:pt x="4181" y="189"/>
                </a:lnTo>
                <a:lnTo>
                  <a:pt x="4183" y="185"/>
                </a:lnTo>
                <a:lnTo>
                  <a:pt x="4185" y="183"/>
                </a:lnTo>
                <a:lnTo>
                  <a:pt x="4186" y="181"/>
                </a:lnTo>
                <a:lnTo>
                  <a:pt x="4187" y="180"/>
                </a:lnTo>
                <a:lnTo>
                  <a:pt x="4188" y="177"/>
                </a:lnTo>
                <a:lnTo>
                  <a:pt x="4189" y="175"/>
                </a:lnTo>
                <a:lnTo>
                  <a:pt x="4191" y="174"/>
                </a:lnTo>
                <a:lnTo>
                  <a:pt x="4193" y="171"/>
                </a:lnTo>
                <a:lnTo>
                  <a:pt x="4195" y="167"/>
                </a:lnTo>
                <a:lnTo>
                  <a:pt x="4201" y="163"/>
                </a:lnTo>
                <a:lnTo>
                  <a:pt x="4206" y="156"/>
                </a:lnTo>
                <a:lnTo>
                  <a:pt x="4209" y="154"/>
                </a:lnTo>
                <a:lnTo>
                  <a:pt x="4212" y="152"/>
                </a:lnTo>
                <a:lnTo>
                  <a:pt x="4214" y="150"/>
                </a:lnTo>
                <a:lnTo>
                  <a:pt x="4216" y="149"/>
                </a:lnTo>
                <a:lnTo>
                  <a:pt x="4217" y="148"/>
                </a:lnTo>
                <a:lnTo>
                  <a:pt x="4218" y="147"/>
                </a:lnTo>
                <a:lnTo>
                  <a:pt x="4221" y="145"/>
                </a:lnTo>
                <a:lnTo>
                  <a:pt x="4223" y="145"/>
                </a:lnTo>
                <a:lnTo>
                  <a:pt x="4226" y="144"/>
                </a:lnTo>
                <a:lnTo>
                  <a:pt x="4227" y="143"/>
                </a:lnTo>
                <a:lnTo>
                  <a:pt x="4230" y="142"/>
                </a:lnTo>
                <a:lnTo>
                  <a:pt x="4233" y="139"/>
                </a:lnTo>
                <a:lnTo>
                  <a:pt x="4235" y="139"/>
                </a:lnTo>
                <a:lnTo>
                  <a:pt x="4238" y="138"/>
                </a:lnTo>
                <a:lnTo>
                  <a:pt x="4258" y="132"/>
                </a:lnTo>
                <a:lnTo>
                  <a:pt x="4261" y="132"/>
                </a:lnTo>
                <a:lnTo>
                  <a:pt x="4264" y="131"/>
                </a:lnTo>
                <a:lnTo>
                  <a:pt x="4268" y="131"/>
                </a:lnTo>
                <a:lnTo>
                  <a:pt x="4273" y="130"/>
                </a:lnTo>
                <a:lnTo>
                  <a:pt x="4278" y="130"/>
                </a:lnTo>
                <a:lnTo>
                  <a:pt x="4286" y="128"/>
                </a:lnTo>
                <a:lnTo>
                  <a:pt x="4291" y="128"/>
                </a:lnTo>
                <a:lnTo>
                  <a:pt x="4297" y="127"/>
                </a:lnTo>
                <a:lnTo>
                  <a:pt x="4303" y="128"/>
                </a:lnTo>
                <a:lnTo>
                  <a:pt x="4308" y="128"/>
                </a:lnTo>
                <a:lnTo>
                  <a:pt x="4315" y="128"/>
                </a:lnTo>
                <a:lnTo>
                  <a:pt x="4319" y="130"/>
                </a:lnTo>
                <a:lnTo>
                  <a:pt x="4322" y="130"/>
                </a:lnTo>
                <a:lnTo>
                  <a:pt x="4326" y="131"/>
                </a:lnTo>
                <a:lnTo>
                  <a:pt x="4328" y="131"/>
                </a:lnTo>
                <a:lnTo>
                  <a:pt x="4350" y="137"/>
                </a:lnTo>
                <a:lnTo>
                  <a:pt x="4354" y="138"/>
                </a:lnTo>
                <a:lnTo>
                  <a:pt x="4356" y="139"/>
                </a:lnTo>
                <a:lnTo>
                  <a:pt x="4360" y="141"/>
                </a:lnTo>
                <a:lnTo>
                  <a:pt x="4362" y="142"/>
                </a:lnTo>
                <a:lnTo>
                  <a:pt x="4363" y="143"/>
                </a:lnTo>
                <a:lnTo>
                  <a:pt x="4367" y="144"/>
                </a:lnTo>
                <a:lnTo>
                  <a:pt x="4369" y="145"/>
                </a:lnTo>
                <a:lnTo>
                  <a:pt x="4372" y="147"/>
                </a:lnTo>
                <a:lnTo>
                  <a:pt x="4374" y="148"/>
                </a:lnTo>
                <a:lnTo>
                  <a:pt x="4377" y="149"/>
                </a:lnTo>
                <a:lnTo>
                  <a:pt x="4378" y="150"/>
                </a:lnTo>
                <a:lnTo>
                  <a:pt x="4382" y="152"/>
                </a:lnTo>
                <a:lnTo>
                  <a:pt x="4383" y="153"/>
                </a:lnTo>
                <a:lnTo>
                  <a:pt x="4385" y="155"/>
                </a:lnTo>
                <a:lnTo>
                  <a:pt x="4388" y="155"/>
                </a:lnTo>
                <a:lnTo>
                  <a:pt x="4389" y="156"/>
                </a:lnTo>
                <a:lnTo>
                  <a:pt x="4391" y="159"/>
                </a:lnTo>
                <a:lnTo>
                  <a:pt x="4394" y="160"/>
                </a:lnTo>
                <a:lnTo>
                  <a:pt x="4395" y="161"/>
                </a:lnTo>
                <a:lnTo>
                  <a:pt x="4397" y="163"/>
                </a:lnTo>
                <a:lnTo>
                  <a:pt x="4398" y="164"/>
                </a:lnTo>
                <a:lnTo>
                  <a:pt x="4400" y="165"/>
                </a:lnTo>
                <a:lnTo>
                  <a:pt x="4402" y="166"/>
                </a:lnTo>
                <a:lnTo>
                  <a:pt x="4405" y="169"/>
                </a:lnTo>
                <a:lnTo>
                  <a:pt x="4407" y="170"/>
                </a:lnTo>
                <a:lnTo>
                  <a:pt x="4409" y="172"/>
                </a:lnTo>
                <a:lnTo>
                  <a:pt x="4412" y="175"/>
                </a:lnTo>
                <a:lnTo>
                  <a:pt x="4415" y="177"/>
                </a:lnTo>
                <a:lnTo>
                  <a:pt x="4417" y="178"/>
                </a:lnTo>
                <a:lnTo>
                  <a:pt x="4420" y="180"/>
                </a:lnTo>
                <a:lnTo>
                  <a:pt x="4420" y="175"/>
                </a:lnTo>
                <a:lnTo>
                  <a:pt x="4421" y="172"/>
                </a:lnTo>
                <a:lnTo>
                  <a:pt x="4421" y="170"/>
                </a:lnTo>
                <a:lnTo>
                  <a:pt x="4423" y="167"/>
                </a:lnTo>
                <a:lnTo>
                  <a:pt x="4423" y="165"/>
                </a:lnTo>
                <a:lnTo>
                  <a:pt x="4424" y="164"/>
                </a:lnTo>
                <a:lnTo>
                  <a:pt x="4424" y="161"/>
                </a:lnTo>
                <a:lnTo>
                  <a:pt x="4425" y="156"/>
                </a:lnTo>
                <a:lnTo>
                  <a:pt x="4426" y="152"/>
                </a:lnTo>
                <a:lnTo>
                  <a:pt x="4430" y="142"/>
                </a:lnTo>
                <a:close/>
                <a:moveTo>
                  <a:pt x="3765" y="532"/>
                </a:moveTo>
                <a:lnTo>
                  <a:pt x="3520" y="532"/>
                </a:lnTo>
                <a:lnTo>
                  <a:pt x="3520" y="566"/>
                </a:lnTo>
                <a:lnTo>
                  <a:pt x="3520" y="575"/>
                </a:lnTo>
                <a:lnTo>
                  <a:pt x="3520" y="580"/>
                </a:lnTo>
                <a:lnTo>
                  <a:pt x="3521" y="584"/>
                </a:lnTo>
                <a:lnTo>
                  <a:pt x="3521" y="591"/>
                </a:lnTo>
                <a:lnTo>
                  <a:pt x="3521" y="596"/>
                </a:lnTo>
                <a:lnTo>
                  <a:pt x="3521" y="599"/>
                </a:lnTo>
                <a:lnTo>
                  <a:pt x="3522" y="602"/>
                </a:lnTo>
                <a:lnTo>
                  <a:pt x="3527" y="617"/>
                </a:lnTo>
                <a:lnTo>
                  <a:pt x="3529" y="619"/>
                </a:lnTo>
                <a:lnTo>
                  <a:pt x="3531" y="621"/>
                </a:lnTo>
                <a:lnTo>
                  <a:pt x="3532" y="623"/>
                </a:lnTo>
                <a:lnTo>
                  <a:pt x="3537" y="629"/>
                </a:lnTo>
                <a:lnTo>
                  <a:pt x="3538" y="630"/>
                </a:lnTo>
                <a:lnTo>
                  <a:pt x="3540" y="631"/>
                </a:lnTo>
                <a:lnTo>
                  <a:pt x="3542" y="632"/>
                </a:lnTo>
                <a:lnTo>
                  <a:pt x="3544" y="634"/>
                </a:lnTo>
                <a:lnTo>
                  <a:pt x="3556" y="638"/>
                </a:lnTo>
                <a:lnTo>
                  <a:pt x="3558" y="638"/>
                </a:lnTo>
                <a:lnTo>
                  <a:pt x="3568" y="641"/>
                </a:lnTo>
                <a:lnTo>
                  <a:pt x="3574" y="641"/>
                </a:lnTo>
                <a:lnTo>
                  <a:pt x="3580" y="642"/>
                </a:lnTo>
                <a:lnTo>
                  <a:pt x="3587" y="642"/>
                </a:lnTo>
                <a:lnTo>
                  <a:pt x="3609" y="642"/>
                </a:lnTo>
                <a:lnTo>
                  <a:pt x="3614" y="641"/>
                </a:lnTo>
                <a:lnTo>
                  <a:pt x="3627" y="641"/>
                </a:lnTo>
                <a:lnTo>
                  <a:pt x="3635" y="640"/>
                </a:lnTo>
                <a:lnTo>
                  <a:pt x="3641" y="640"/>
                </a:lnTo>
                <a:lnTo>
                  <a:pt x="3647" y="638"/>
                </a:lnTo>
                <a:lnTo>
                  <a:pt x="3651" y="638"/>
                </a:lnTo>
                <a:lnTo>
                  <a:pt x="3655" y="637"/>
                </a:lnTo>
                <a:lnTo>
                  <a:pt x="3665" y="636"/>
                </a:lnTo>
                <a:lnTo>
                  <a:pt x="3670" y="636"/>
                </a:lnTo>
                <a:lnTo>
                  <a:pt x="3674" y="635"/>
                </a:lnTo>
                <a:lnTo>
                  <a:pt x="3683" y="634"/>
                </a:lnTo>
                <a:lnTo>
                  <a:pt x="3690" y="632"/>
                </a:lnTo>
                <a:lnTo>
                  <a:pt x="3696" y="631"/>
                </a:lnTo>
                <a:lnTo>
                  <a:pt x="3702" y="630"/>
                </a:lnTo>
                <a:lnTo>
                  <a:pt x="3708" y="629"/>
                </a:lnTo>
                <a:lnTo>
                  <a:pt x="3714" y="628"/>
                </a:lnTo>
                <a:lnTo>
                  <a:pt x="3717" y="628"/>
                </a:lnTo>
                <a:lnTo>
                  <a:pt x="3719" y="626"/>
                </a:lnTo>
                <a:lnTo>
                  <a:pt x="3723" y="626"/>
                </a:lnTo>
                <a:lnTo>
                  <a:pt x="3757" y="618"/>
                </a:lnTo>
                <a:lnTo>
                  <a:pt x="3760" y="768"/>
                </a:lnTo>
                <a:lnTo>
                  <a:pt x="3758" y="769"/>
                </a:lnTo>
                <a:lnTo>
                  <a:pt x="3755" y="769"/>
                </a:lnTo>
                <a:lnTo>
                  <a:pt x="3751" y="772"/>
                </a:lnTo>
                <a:lnTo>
                  <a:pt x="3748" y="772"/>
                </a:lnTo>
                <a:lnTo>
                  <a:pt x="3747" y="772"/>
                </a:lnTo>
                <a:lnTo>
                  <a:pt x="3745" y="773"/>
                </a:lnTo>
                <a:lnTo>
                  <a:pt x="3743" y="773"/>
                </a:lnTo>
                <a:lnTo>
                  <a:pt x="3739" y="774"/>
                </a:lnTo>
                <a:lnTo>
                  <a:pt x="3735" y="775"/>
                </a:lnTo>
                <a:lnTo>
                  <a:pt x="3729" y="778"/>
                </a:lnTo>
                <a:lnTo>
                  <a:pt x="3685" y="787"/>
                </a:lnTo>
                <a:lnTo>
                  <a:pt x="3682" y="787"/>
                </a:lnTo>
                <a:lnTo>
                  <a:pt x="3679" y="789"/>
                </a:lnTo>
                <a:lnTo>
                  <a:pt x="3676" y="789"/>
                </a:lnTo>
                <a:lnTo>
                  <a:pt x="3668" y="790"/>
                </a:lnTo>
                <a:lnTo>
                  <a:pt x="3661" y="791"/>
                </a:lnTo>
                <a:lnTo>
                  <a:pt x="3653" y="792"/>
                </a:lnTo>
                <a:lnTo>
                  <a:pt x="3645" y="795"/>
                </a:lnTo>
                <a:lnTo>
                  <a:pt x="3631" y="795"/>
                </a:lnTo>
                <a:lnTo>
                  <a:pt x="3626" y="796"/>
                </a:lnTo>
                <a:lnTo>
                  <a:pt x="3620" y="796"/>
                </a:lnTo>
                <a:lnTo>
                  <a:pt x="3614" y="797"/>
                </a:lnTo>
                <a:lnTo>
                  <a:pt x="3607" y="797"/>
                </a:lnTo>
                <a:lnTo>
                  <a:pt x="3600" y="798"/>
                </a:lnTo>
                <a:lnTo>
                  <a:pt x="3590" y="798"/>
                </a:lnTo>
                <a:lnTo>
                  <a:pt x="3578" y="800"/>
                </a:lnTo>
                <a:lnTo>
                  <a:pt x="3545" y="800"/>
                </a:lnTo>
                <a:lnTo>
                  <a:pt x="3537" y="800"/>
                </a:lnTo>
                <a:lnTo>
                  <a:pt x="3533" y="800"/>
                </a:lnTo>
                <a:lnTo>
                  <a:pt x="3529" y="800"/>
                </a:lnTo>
                <a:lnTo>
                  <a:pt x="3520" y="800"/>
                </a:lnTo>
                <a:lnTo>
                  <a:pt x="3512" y="798"/>
                </a:lnTo>
                <a:lnTo>
                  <a:pt x="3506" y="798"/>
                </a:lnTo>
                <a:lnTo>
                  <a:pt x="3502" y="797"/>
                </a:lnTo>
                <a:lnTo>
                  <a:pt x="3498" y="797"/>
                </a:lnTo>
                <a:lnTo>
                  <a:pt x="3493" y="796"/>
                </a:lnTo>
                <a:lnTo>
                  <a:pt x="3491" y="796"/>
                </a:lnTo>
                <a:lnTo>
                  <a:pt x="3487" y="795"/>
                </a:lnTo>
                <a:lnTo>
                  <a:pt x="3483" y="795"/>
                </a:lnTo>
                <a:lnTo>
                  <a:pt x="3481" y="795"/>
                </a:lnTo>
                <a:lnTo>
                  <a:pt x="3479" y="793"/>
                </a:lnTo>
                <a:lnTo>
                  <a:pt x="3476" y="793"/>
                </a:lnTo>
                <a:lnTo>
                  <a:pt x="3452" y="786"/>
                </a:lnTo>
                <a:lnTo>
                  <a:pt x="3447" y="784"/>
                </a:lnTo>
                <a:lnTo>
                  <a:pt x="3445" y="782"/>
                </a:lnTo>
                <a:lnTo>
                  <a:pt x="3442" y="781"/>
                </a:lnTo>
                <a:lnTo>
                  <a:pt x="3440" y="781"/>
                </a:lnTo>
                <a:lnTo>
                  <a:pt x="3436" y="780"/>
                </a:lnTo>
                <a:lnTo>
                  <a:pt x="3434" y="779"/>
                </a:lnTo>
                <a:lnTo>
                  <a:pt x="3433" y="778"/>
                </a:lnTo>
                <a:lnTo>
                  <a:pt x="3430" y="776"/>
                </a:lnTo>
                <a:lnTo>
                  <a:pt x="3428" y="775"/>
                </a:lnTo>
                <a:lnTo>
                  <a:pt x="3425" y="774"/>
                </a:lnTo>
                <a:lnTo>
                  <a:pt x="3422" y="772"/>
                </a:lnTo>
                <a:lnTo>
                  <a:pt x="3421" y="770"/>
                </a:lnTo>
                <a:lnTo>
                  <a:pt x="3418" y="769"/>
                </a:lnTo>
                <a:lnTo>
                  <a:pt x="3416" y="768"/>
                </a:lnTo>
                <a:lnTo>
                  <a:pt x="3415" y="767"/>
                </a:lnTo>
                <a:lnTo>
                  <a:pt x="3412" y="765"/>
                </a:lnTo>
                <a:lnTo>
                  <a:pt x="3411" y="764"/>
                </a:lnTo>
                <a:lnTo>
                  <a:pt x="3410" y="763"/>
                </a:lnTo>
                <a:lnTo>
                  <a:pt x="3407" y="761"/>
                </a:lnTo>
                <a:lnTo>
                  <a:pt x="3405" y="758"/>
                </a:lnTo>
                <a:lnTo>
                  <a:pt x="3400" y="754"/>
                </a:lnTo>
                <a:lnTo>
                  <a:pt x="3393" y="748"/>
                </a:lnTo>
                <a:lnTo>
                  <a:pt x="3386" y="741"/>
                </a:lnTo>
                <a:lnTo>
                  <a:pt x="3382" y="736"/>
                </a:lnTo>
                <a:lnTo>
                  <a:pt x="3380" y="734"/>
                </a:lnTo>
                <a:lnTo>
                  <a:pt x="3377" y="731"/>
                </a:lnTo>
                <a:lnTo>
                  <a:pt x="3376" y="729"/>
                </a:lnTo>
                <a:lnTo>
                  <a:pt x="3375" y="726"/>
                </a:lnTo>
                <a:lnTo>
                  <a:pt x="3373" y="725"/>
                </a:lnTo>
                <a:lnTo>
                  <a:pt x="3372" y="723"/>
                </a:lnTo>
                <a:lnTo>
                  <a:pt x="3371" y="721"/>
                </a:lnTo>
                <a:lnTo>
                  <a:pt x="3370" y="720"/>
                </a:lnTo>
                <a:lnTo>
                  <a:pt x="3369" y="718"/>
                </a:lnTo>
                <a:lnTo>
                  <a:pt x="3367" y="715"/>
                </a:lnTo>
                <a:lnTo>
                  <a:pt x="3366" y="713"/>
                </a:lnTo>
                <a:lnTo>
                  <a:pt x="3364" y="708"/>
                </a:lnTo>
                <a:lnTo>
                  <a:pt x="3363" y="707"/>
                </a:lnTo>
                <a:lnTo>
                  <a:pt x="3361" y="704"/>
                </a:lnTo>
                <a:lnTo>
                  <a:pt x="3360" y="702"/>
                </a:lnTo>
                <a:lnTo>
                  <a:pt x="3359" y="700"/>
                </a:lnTo>
                <a:lnTo>
                  <a:pt x="3357" y="695"/>
                </a:lnTo>
                <a:lnTo>
                  <a:pt x="3357" y="693"/>
                </a:lnTo>
                <a:lnTo>
                  <a:pt x="3355" y="691"/>
                </a:lnTo>
                <a:lnTo>
                  <a:pt x="3354" y="690"/>
                </a:lnTo>
                <a:lnTo>
                  <a:pt x="3353" y="687"/>
                </a:lnTo>
                <a:lnTo>
                  <a:pt x="3353" y="685"/>
                </a:lnTo>
                <a:lnTo>
                  <a:pt x="3351" y="681"/>
                </a:lnTo>
                <a:lnTo>
                  <a:pt x="3349" y="676"/>
                </a:lnTo>
                <a:lnTo>
                  <a:pt x="3348" y="673"/>
                </a:lnTo>
                <a:lnTo>
                  <a:pt x="3347" y="671"/>
                </a:lnTo>
                <a:lnTo>
                  <a:pt x="3347" y="669"/>
                </a:lnTo>
                <a:lnTo>
                  <a:pt x="3347" y="668"/>
                </a:lnTo>
                <a:lnTo>
                  <a:pt x="3346" y="665"/>
                </a:lnTo>
                <a:lnTo>
                  <a:pt x="3346" y="663"/>
                </a:lnTo>
                <a:lnTo>
                  <a:pt x="3344" y="662"/>
                </a:lnTo>
                <a:lnTo>
                  <a:pt x="3344" y="660"/>
                </a:lnTo>
                <a:lnTo>
                  <a:pt x="3342" y="653"/>
                </a:lnTo>
                <a:lnTo>
                  <a:pt x="3341" y="648"/>
                </a:lnTo>
                <a:lnTo>
                  <a:pt x="3340" y="643"/>
                </a:lnTo>
                <a:lnTo>
                  <a:pt x="3338" y="638"/>
                </a:lnTo>
                <a:lnTo>
                  <a:pt x="3336" y="628"/>
                </a:lnTo>
                <a:lnTo>
                  <a:pt x="3335" y="620"/>
                </a:lnTo>
                <a:lnTo>
                  <a:pt x="3334" y="612"/>
                </a:lnTo>
                <a:lnTo>
                  <a:pt x="3332" y="604"/>
                </a:lnTo>
                <a:lnTo>
                  <a:pt x="3332" y="599"/>
                </a:lnTo>
                <a:lnTo>
                  <a:pt x="3332" y="593"/>
                </a:lnTo>
                <a:lnTo>
                  <a:pt x="3331" y="588"/>
                </a:lnTo>
                <a:lnTo>
                  <a:pt x="3331" y="581"/>
                </a:lnTo>
                <a:lnTo>
                  <a:pt x="3330" y="560"/>
                </a:lnTo>
                <a:lnTo>
                  <a:pt x="3329" y="556"/>
                </a:lnTo>
                <a:lnTo>
                  <a:pt x="3329" y="549"/>
                </a:lnTo>
                <a:lnTo>
                  <a:pt x="3329" y="536"/>
                </a:lnTo>
                <a:lnTo>
                  <a:pt x="3329" y="487"/>
                </a:lnTo>
                <a:lnTo>
                  <a:pt x="3329" y="414"/>
                </a:lnTo>
                <a:lnTo>
                  <a:pt x="3329" y="391"/>
                </a:lnTo>
                <a:lnTo>
                  <a:pt x="3329" y="385"/>
                </a:lnTo>
                <a:lnTo>
                  <a:pt x="3330" y="379"/>
                </a:lnTo>
                <a:lnTo>
                  <a:pt x="3330" y="368"/>
                </a:lnTo>
                <a:lnTo>
                  <a:pt x="3330" y="358"/>
                </a:lnTo>
                <a:lnTo>
                  <a:pt x="3331" y="352"/>
                </a:lnTo>
                <a:lnTo>
                  <a:pt x="3331" y="346"/>
                </a:lnTo>
                <a:lnTo>
                  <a:pt x="3332" y="339"/>
                </a:lnTo>
                <a:lnTo>
                  <a:pt x="3332" y="335"/>
                </a:lnTo>
                <a:lnTo>
                  <a:pt x="3334" y="326"/>
                </a:lnTo>
                <a:lnTo>
                  <a:pt x="3334" y="322"/>
                </a:lnTo>
                <a:lnTo>
                  <a:pt x="3336" y="313"/>
                </a:lnTo>
                <a:lnTo>
                  <a:pt x="3338" y="303"/>
                </a:lnTo>
                <a:lnTo>
                  <a:pt x="3338" y="297"/>
                </a:lnTo>
                <a:lnTo>
                  <a:pt x="3340" y="292"/>
                </a:lnTo>
                <a:lnTo>
                  <a:pt x="3341" y="287"/>
                </a:lnTo>
                <a:lnTo>
                  <a:pt x="3342" y="285"/>
                </a:lnTo>
                <a:lnTo>
                  <a:pt x="3342" y="282"/>
                </a:lnTo>
                <a:lnTo>
                  <a:pt x="3343" y="281"/>
                </a:lnTo>
                <a:lnTo>
                  <a:pt x="3343" y="278"/>
                </a:lnTo>
                <a:lnTo>
                  <a:pt x="3344" y="276"/>
                </a:lnTo>
                <a:lnTo>
                  <a:pt x="3344" y="275"/>
                </a:lnTo>
                <a:lnTo>
                  <a:pt x="3346" y="272"/>
                </a:lnTo>
                <a:lnTo>
                  <a:pt x="3346" y="270"/>
                </a:lnTo>
                <a:lnTo>
                  <a:pt x="3347" y="269"/>
                </a:lnTo>
                <a:lnTo>
                  <a:pt x="3347" y="267"/>
                </a:lnTo>
                <a:lnTo>
                  <a:pt x="3347" y="265"/>
                </a:lnTo>
                <a:lnTo>
                  <a:pt x="3348" y="264"/>
                </a:lnTo>
                <a:lnTo>
                  <a:pt x="3348" y="261"/>
                </a:lnTo>
                <a:lnTo>
                  <a:pt x="3349" y="258"/>
                </a:lnTo>
                <a:lnTo>
                  <a:pt x="3352" y="253"/>
                </a:lnTo>
                <a:lnTo>
                  <a:pt x="3353" y="250"/>
                </a:lnTo>
                <a:lnTo>
                  <a:pt x="3354" y="248"/>
                </a:lnTo>
                <a:lnTo>
                  <a:pt x="3355" y="244"/>
                </a:lnTo>
                <a:lnTo>
                  <a:pt x="3357" y="242"/>
                </a:lnTo>
                <a:lnTo>
                  <a:pt x="3358" y="239"/>
                </a:lnTo>
                <a:lnTo>
                  <a:pt x="3359" y="236"/>
                </a:lnTo>
                <a:lnTo>
                  <a:pt x="3360" y="233"/>
                </a:lnTo>
                <a:lnTo>
                  <a:pt x="3361" y="231"/>
                </a:lnTo>
                <a:lnTo>
                  <a:pt x="3363" y="228"/>
                </a:lnTo>
                <a:lnTo>
                  <a:pt x="3364" y="226"/>
                </a:lnTo>
                <a:lnTo>
                  <a:pt x="3365" y="225"/>
                </a:lnTo>
                <a:lnTo>
                  <a:pt x="3366" y="221"/>
                </a:lnTo>
                <a:lnTo>
                  <a:pt x="3369" y="217"/>
                </a:lnTo>
                <a:lnTo>
                  <a:pt x="3370" y="215"/>
                </a:lnTo>
                <a:lnTo>
                  <a:pt x="3371" y="214"/>
                </a:lnTo>
                <a:lnTo>
                  <a:pt x="3373" y="210"/>
                </a:lnTo>
                <a:lnTo>
                  <a:pt x="3375" y="209"/>
                </a:lnTo>
                <a:lnTo>
                  <a:pt x="3376" y="208"/>
                </a:lnTo>
                <a:lnTo>
                  <a:pt x="3377" y="206"/>
                </a:lnTo>
                <a:lnTo>
                  <a:pt x="3378" y="204"/>
                </a:lnTo>
                <a:lnTo>
                  <a:pt x="3381" y="202"/>
                </a:lnTo>
                <a:lnTo>
                  <a:pt x="3382" y="199"/>
                </a:lnTo>
                <a:lnTo>
                  <a:pt x="3384" y="195"/>
                </a:lnTo>
                <a:lnTo>
                  <a:pt x="3388" y="192"/>
                </a:lnTo>
                <a:lnTo>
                  <a:pt x="3396" y="183"/>
                </a:lnTo>
                <a:lnTo>
                  <a:pt x="3404" y="176"/>
                </a:lnTo>
                <a:lnTo>
                  <a:pt x="3407" y="172"/>
                </a:lnTo>
                <a:lnTo>
                  <a:pt x="3410" y="170"/>
                </a:lnTo>
                <a:lnTo>
                  <a:pt x="3412" y="167"/>
                </a:lnTo>
                <a:lnTo>
                  <a:pt x="3415" y="167"/>
                </a:lnTo>
                <a:lnTo>
                  <a:pt x="3416" y="166"/>
                </a:lnTo>
                <a:lnTo>
                  <a:pt x="3418" y="165"/>
                </a:lnTo>
                <a:lnTo>
                  <a:pt x="3419" y="164"/>
                </a:lnTo>
                <a:lnTo>
                  <a:pt x="3421" y="163"/>
                </a:lnTo>
                <a:lnTo>
                  <a:pt x="3422" y="161"/>
                </a:lnTo>
                <a:lnTo>
                  <a:pt x="3424" y="160"/>
                </a:lnTo>
                <a:lnTo>
                  <a:pt x="3427" y="159"/>
                </a:lnTo>
                <a:lnTo>
                  <a:pt x="3429" y="158"/>
                </a:lnTo>
                <a:lnTo>
                  <a:pt x="3432" y="156"/>
                </a:lnTo>
                <a:lnTo>
                  <a:pt x="3434" y="155"/>
                </a:lnTo>
                <a:lnTo>
                  <a:pt x="3435" y="153"/>
                </a:lnTo>
                <a:lnTo>
                  <a:pt x="3439" y="152"/>
                </a:lnTo>
                <a:lnTo>
                  <a:pt x="3444" y="150"/>
                </a:lnTo>
                <a:lnTo>
                  <a:pt x="3445" y="149"/>
                </a:lnTo>
                <a:lnTo>
                  <a:pt x="3448" y="148"/>
                </a:lnTo>
                <a:lnTo>
                  <a:pt x="3450" y="147"/>
                </a:lnTo>
                <a:lnTo>
                  <a:pt x="3454" y="145"/>
                </a:lnTo>
                <a:lnTo>
                  <a:pt x="3456" y="144"/>
                </a:lnTo>
                <a:lnTo>
                  <a:pt x="3463" y="142"/>
                </a:lnTo>
                <a:lnTo>
                  <a:pt x="3464" y="142"/>
                </a:lnTo>
                <a:lnTo>
                  <a:pt x="3465" y="141"/>
                </a:lnTo>
                <a:lnTo>
                  <a:pt x="3468" y="141"/>
                </a:lnTo>
                <a:lnTo>
                  <a:pt x="3469" y="139"/>
                </a:lnTo>
                <a:lnTo>
                  <a:pt x="3471" y="139"/>
                </a:lnTo>
                <a:lnTo>
                  <a:pt x="3475" y="138"/>
                </a:lnTo>
                <a:lnTo>
                  <a:pt x="3477" y="137"/>
                </a:lnTo>
                <a:lnTo>
                  <a:pt x="3480" y="137"/>
                </a:lnTo>
                <a:lnTo>
                  <a:pt x="3482" y="136"/>
                </a:lnTo>
                <a:lnTo>
                  <a:pt x="3485" y="136"/>
                </a:lnTo>
                <a:lnTo>
                  <a:pt x="3490" y="134"/>
                </a:lnTo>
                <a:lnTo>
                  <a:pt x="3496" y="133"/>
                </a:lnTo>
                <a:lnTo>
                  <a:pt x="3499" y="133"/>
                </a:lnTo>
                <a:lnTo>
                  <a:pt x="3503" y="132"/>
                </a:lnTo>
                <a:lnTo>
                  <a:pt x="3506" y="132"/>
                </a:lnTo>
                <a:lnTo>
                  <a:pt x="3511" y="131"/>
                </a:lnTo>
                <a:lnTo>
                  <a:pt x="3516" y="131"/>
                </a:lnTo>
                <a:lnTo>
                  <a:pt x="3521" y="130"/>
                </a:lnTo>
                <a:lnTo>
                  <a:pt x="3528" y="130"/>
                </a:lnTo>
                <a:lnTo>
                  <a:pt x="3539" y="128"/>
                </a:lnTo>
                <a:lnTo>
                  <a:pt x="3545" y="128"/>
                </a:lnTo>
                <a:lnTo>
                  <a:pt x="3551" y="127"/>
                </a:lnTo>
                <a:lnTo>
                  <a:pt x="3564" y="128"/>
                </a:lnTo>
                <a:lnTo>
                  <a:pt x="3589" y="130"/>
                </a:lnTo>
                <a:lnTo>
                  <a:pt x="3595" y="130"/>
                </a:lnTo>
                <a:lnTo>
                  <a:pt x="3601" y="131"/>
                </a:lnTo>
                <a:lnTo>
                  <a:pt x="3607" y="132"/>
                </a:lnTo>
                <a:lnTo>
                  <a:pt x="3610" y="132"/>
                </a:lnTo>
                <a:lnTo>
                  <a:pt x="3613" y="133"/>
                </a:lnTo>
                <a:lnTo>
                  <a:pt x="3616" y="133"/>
                </a:lnTo>
                <a:lnTo>
                  <a:pt x="3619" y="134"/>
                </a:lnTo>
                <a:lnTo>
                  <a:pt x="3644" y="142"/>
                </a:lnTo>
                <a:lnTo>
                  <a:pt x="3648" y="143"/>
                </a:lnTo>
                <a:lnTo>
                  <a:pt x="3650" y="144"/>
                </a:lnTo>
                <a:lnTo>
                  <a:pt x="3653" y="145"/>
                </a:lnTo>
                <a:lnTo>
                  <a:pt x="3656" y="147"/>
                </a:lnTo>
                <a:lnTo>
                  <a:pt x="3659" y="148"/>
                </a:lnTo>
                <a:lnTo>
                  <a:pt x="3661" y="149"/>
                </a:lnTo>
                <a:lnTo>
                  <a:pt x="3664" y="150"/>
                </a:lnTo>
                <a:lnTo>
                  <a:pt x="3666" y="152"/>
                </a:lnTo>
                <a:lnTo>
                  <a:pt x="3668" y="153"/>
                </a:lnTo>
                <a:lnTo>
                  <a:pt x="3671" y="154"/>
                </a:lnTo>
                <a:lnTo>
                  <a:pt x="3674" y="156"/>
                </a:lnTo>
                <a:lnTo>
                  <a:pt x="3676" y="158"/>
                </a:lnTo>
                <a:lnTo>
                  <a:pt x="3678" y="159"/>
                </a:lnTo>
                <a:lnTo>
                  <a:pt x="3679" y="160"/>
                </a:lnTo>
                <a:lnTo>
                  <a:pt x="3681" y="161"/>
                </a:lnTo>
                <a:lnTo>
                  <a:pt x="3682" y="163"/>
                </a:lnTo>
                <a:lnTo>
                  <a:pt x="3684" y="165"/>
                </a:lnTo>
                <a:lnTo>
                  <a:pt x="3688" y="166"/>
                </a:lnTo>
                <a:lnTo>
                  <a:pt x="3691" y="170"/>
                </a:lnTo>
                <a:lnTo>
                  <a:pt x="3700" y="178"/>
                </a:lnTo>
                <a:lnTo>
                  <a:pt x="3708" y="186"/>
                </a:lnTo>
                <a:lnTo>
                  <a:pt x="3711" y="189"/>
                </a:lnTo>
                <a:lnTo>
                  <a:pt x="3713" y="192"/>
                </a:lnTo>
                <a:lnTo>
                  <a:pt x="3714" y="194"/>
                </a:lnTo>
                <a:lnTo>
                  <a:pt x="3717" y="197"/>
                </a:lnTo>
                <a:lnTo>
                  <a:pt x="3718" y="198"/>
                </a:lnTo>
                <a:lnTo>
                  <a:pt x="3719" y="200"/>
                </a:lnTo>
                <a:lnTo>
                  <a:pt x="3720" y="203"/>
                </a:lnTo>
                <a:lnTo>
                  <a:pt x="3722" y="204"/>
                </a:lnTo>
                <a:lnTo>
                  <a:pt x="3723" y="206"/>
                </a:lnTo>
                <a:lnTo>
                  <a:pt x="3724" y="209"/>
                </a:lnTo>
                <a:lnTo>
                  <a:pt x="3725" y="211"/>
                </a:lnTo>
                <a:lnTo>
                  <a:pt x="3728" y="215"/>
                </a:lnTo>
                <a:lnTo>
                  <a:pt x="3729" y="217"/>
                </a:lnTo>
                <a:lnTo>
                  <a:pt x="3730" y="220"/>
                </a:lnTo>
                <a:lnTo>
                  <a:pt x="3731" y="222"/>
                </a:lnTo>
                <a:lnTo>
                  <a:pt x="3732" y="224"/>
                </a:lnTo>
                <a:lnTo>
                  <a:pt x="3734" y="226"/>
                </a:lnTo>
                <a:lnTo>
                  <a:pt x="3736" y="231"/>
                </a:lnTo>
                <a:lnTo>
                  <a:pt x="3736" y="233"/>
                </a:lnTo>
                <a:lnTo>
                  <a:pt x="3737" y="236"/>
                </a:lnTo>
                <a:lnTo>
                  <a:pt x="3739" y="237"/>
                </a:lnTo>
                <a:lnTo>
                  <a:pt x="3739" y="239"/>
                </a:lnTo>
                <a:lnTo>
                  <a:pt x="3740" y="241"/>
                </a:lnTo>
                <a:lnTo>
                  <a:pt x="3741" y="244"/>
                </a:lnTo>
                <a:lnTo>
                  <a:pt x="3741" y="246"/>
                </a:lnTo>
                <a:lnTo>
                  <a:pt x="3742" y="249"/>
                </a:lnTo>
                <a:lnTo>
                  <a:pt x="3743" y="253"/>
                </a:lnTo>
                <a:lnTo>
                  <a:pt x="3747" y="261"/>
                </a:lnTo>
                <a:lnTo>
                  <a:pt x="3747" y="263"/>
                </a:lnTo>
                <a:lnTo>
                  <a:pt x="3748" y="265"/>
                </a:lnTo>
                <a:lnTo>
                  <a:pt x="3749" y="269"/>
                </a:lnTo>
                <a:lnTo>
                  <a:pt x="3751" y="272"/>
                </a:lnTo>
                <a:lnTo>
                  <a:pt x="3751" y="275"/>
                </a:lnTo>
                <a:lnTo>
                  <a:pt x="3753" y="282"/>
                </a:lnTo>
                <a:lnTo>
                  <a:pt x="3754" y="289"/>
                </a:lnTo>
                <a:lnTo>
                  <a:pt x="3754" y="293"/>
                </a:lnTo>
                <a:lnTo>
                  <a:pt x="3755" y="296"/>
                </a:lnTo>
                <a:lnTo>
                  <a:pt x="3755" y="298"/>
                </a:lnTo>
                <a:lnTo>
                  <a:pt x="3757" y="302"/>
                </a:lnTo>
                <a:lnTo>
                  <a:pt x="3757" y="305"/>
                </a:lnTo>
                <a:lnTo>
                  <a:pt x="3758" y="309"/>
                </a:lnTo>
                <a:lnTo>
                  <a:pt x="3759" y="314"/>
                </a:lnTo>
                <a:lnTo>
                  <a:pt x="3759" y="319"/>
                </a:lnTo>
                <a:lnTo>
                  <a:pt x="3760" y="324"/>
                </a:lnTo>
                <a:lnTo>
                  <a:pt x="3760" y="329"/>
                </a:lnTo>
                <a:lnTo>
                  <a:pt x="3761" y="333"/>
                </a:lnTo>
                <a:lnTo>
                  <a:pt x="3761" y="339"/>
                </a:lnTo>
                <a:lnTo>
                  <a:pt x="3763" y="344"/>
                </a:lnTo>
                <a:lnTo>
                  <a:pt x="3763" y="350"/>
                </a:lnTo>
                <a:lnTo>
                  <a:pt x="3764" y="360"/>
                </a:lnTo>
                <a:lnTo>
                  <a:pt x="3765" y="388"/>
                </a:lnTo>
                <a:lnTo>
                  <a:pt x="3765" y="392"/>
                </a:lnTo>
                <a:lnTo>
                  <a:pt x="3765" y="396"/>
                </a:lnTo>
                <a:lnTo>
                  <a:pt x="3765" y="404"/>
                </a:lnTo>
                <a:lnTo>
                  <a:pt x="3765" y="433"/>
                </a:lnTo>
                <a:lnTo>
                  <a:pt x="3765" y="532"/>
                </a:lnTo>
                <a:close/>
                <a:moveTo>
                  <a:pt x="1993" y="793"/>
                </a:moveTo>
                <a:lnTo>
                  <a:pt x="1993" y="390"/>
                </a:lnTo>
                <a:lnTo>
                  <a:pt x="1993" y="308"/>
                </a:lnTo>
                <a:lnTo>
                  <a:pt x="1993" y="289"/>
                </a:lnTo>
                <a:lnTo>
                  <a:pt x="1993" y="285"/>
                </a:lnTo>
                <a:lnTo>
                  <a:pt x="1992" y="281"/>
                </a:lnTo>
                <a:lnTo>
                  <a:pt x="1992" y="277"/>
                </a:lnTo>
                <a:lnTo>
                  <a:pt x="1991" y="274"/>
                </a:lnTo>
                <a:lnTo>
                  <a:pt x="1990" y="270"/>
                </a:lnTo>
                <a:lnTo>
                  <a:pt x="1988" y="269"/>
                </a:lnTo>
                <a:lnTo>
                  <a:pt x="1987" y="267"/>
                </a:lnTo>
                <a:lnTo>
                  <a:pt x="1985" y="264"/>
                </a:lnTo>
                <a:lnTo>
                  <a:pt x="1983" y="263"/>
                </a:lnTo>
                <a:lnTo>
                  <a:pt x="1981" y="263"/>
                </a:lnTo>
                <a:lnTo>
                  <a:pt x="1979" y="261"/>
                </a:lnTo>
                <a:lnTo>
                  <a:pt x="1968" y="259"/>
                </a:lnTo>
                <a:lnTo>
                  <a:pt x="1957" y="259"/>
                </a:lnTo>
                <a:lnTo>
                  <a:pt x="1950" y="261"/>
                </a:lnTo>
                <a:lnTo>
                  <a:pt x="1933" y="267"/>
                </a:lnTo>
                <a:lnTo>
                  <a:pt x="1932" y="269"/>
                </a:lnTo>
                <a:lnTo>
                  <a:pt x="1929" y="270"/>
                </a:lnTo>
                <a:lnTo>
                  <a:pt x="1927" y="272"/>
                </a:lnTo>
                <a:lnTo>
                  <a:pt x="1924" y="274"/>
                </a:lnTo>
                <a:lnTo>
                  <a:pt x="1924" y="379"/>
                </a:lnTo>
                <a:lnTo>
                  <a:pt x="1924" y="793"/>
                </a:lnTo>
                <a:lnTo>
                  <a:pt x="1737" y="793"/>
                </a:lnTo>
                <a:lnTo>
                  <a:pt x="1736" y="790"/>
                </a:lnTo>
                <a:lnTo>
                  <a:pt x="1736" y="785"/>
                </a:lnTo>
                <a:lnTo>
                  <a:pt x="1736" y="775"/>
                </a:lnTo>
                <a:lnTo>
                  <a:pt x="1736" y="736"/>
                </a:lnTo>
                <a:lnTo>
                  <a:pt x="1736" y="601"/>
                </a:lnTo>
                <a:lnTo>
                  <a:pt x="1736" y="143"/>
                </a:lnTo>
                <a:lnTo>
                  <a:pt x="1739" y="142"/>
                </a:lnTo>
                <a:lnTo>
                  <a:pt x="1744" y="142"/>
                </a:lnTo>
                <a:lnTo>
                  <a:pt x="1753" y="142"/>
                </a:lnTo>
                <a:lnTo>
                  <a:pt x="1790" y="142"/>
                </a:lnTo>
                <a:lnTo>
                  <a:pt x="1915" y="142"/>
                </a:lnTo>
                <a:lnTo>
                  <a:pt x="1924" y="186"/>
                </a:lnTo>
                <a:lnTo>
                  <a:pt x="1927" y="183"/>
                </a:lnTo>
                <a:lnTo>
                  <a:pt x="1930" y="181"/>
                </a:lnTo>
                <a:lnTo>
                  <a:pt x="1934" y="178"/>
                </a:lnTo>
                <a:lnTo>
                  <a:pt x="1938" y="176"/>
                </a:lnTo>
                <a:lnTo>
                  <a:pt x="1940" y="174"/>
                </a:lnTo>
                <a:lnTo>
                  <a:pt x="1942" y="171"/>
                </a:lnTo>
                <a:lnTo>
                  <a:pt x="1945" y="170"/>
                </a:lnTo>
                <a:lnTo>
                  <a:pt x="1946" y="169"/>
                </a:lnTo>
                <a:lnTo>
                  <a:pt x="1948" y="167"/>
                </a:lnTo>
                <a:lnTo>
                  <a:pt x="1950" y="166"/>
                </a:lnTo>
                <a:lnTo>
                  <a:pt x="1951" y="165"/>
                </a:lnTo>
                <a:lnTo>
                  <a:pt x="1953" y="164"/>
                </a:lnTo>
                <a:lnTo>
                  <a:pt x="1954" y="164"/>
                </a:lnTo>
                <a:lnTo>
                  <a:pt x="1956" y="161"/>
                </a:lnTo>
                <a:lnTo>
                  <a:pt x="1958" y="160"/>
                </a:lnTo>
                <a:lnTo>
                  <a:pt x="1959" y="159"/>
                </a:lnTo>
                <a:lnTo>
                  <a:pt x="1962" y="158"/>
                </a:lnTo>
                <a:lnTo>
                  <a:pt x="1963" y="156"/>
                </a:lnTo>
                <a:lnTo>
                  <a:pt x="1965" y="156"/>
                </a:lnTo>
                <a:lnTo>
                  <a:pt x="1969" y="154"/>
                </a:lnTo>
                <a:lnTo>
                  <a:pt x="1970" y="153"/>
                </a:lnTo>
                <a:lnTo>
                  <a:pt x="1971" y="152"/>
                </a:lnTo>
                <a:lnTo>
                  <a:pt x="1974" y="150"/>
                </a:lnTo>
                <a:lnTo>
                  <a:pt x="1976" y="150"/>
                </a:lnTo>
                <a:lnTo>
                  <a:pt x="1999" y="138"/>
                </a:lnTo>
                <a:lnTo>
                  <a:pt x="2005" y="137"/>
                </a:lnTo>
                <a:lnTo>
                  <a:pt x="2006" y="136"/>
                </a:lnTo>
                <a:lnTo>
                  <a:pt x="2009" y="136"/>
                </a:lnTo>
                <a:lnTo>
                  <a:pt x="2010" y="136"/>
                </a:lnTo>
                <a:lnTo>
                  <a:pt x="2012" y="134"/>
                </a:lnTo>
                <a:lnTo>
                  <a:pt x="2014" y="134"/>
                </a:lnTo>
                <a:lnTo>
                  <a:pt x="2017" y="133"/>
                </a:lnTo>
                <a:lnTo>
                  <a:pt x="2026" y="131"/>
                </a:lnTo>
                <a:lnTo>
                  <a:pt x="2032" y="130"/>
                </a:lnTo>
                <a:lnTo>
                  <a:pt x="2040" y="128"/>
                </a:lnTo>
                <a:lnTo>
                  <a:pt x="2051" y="127"/>
                </a:lnTo>
                <a:lnTo>
                  <a:pt x="2062" y="128"/>
                </a:lnTo>
                <a:lnTo>
                  <a:pt x="2071" y="130"/>
                </a:lnTo>
                <a:lnTo>
                  <a:pt x="2079" y="130"/>
                </a:lnTo>
                <a:lnTo>
                  <a:pt x="2096" y="133"/>
                </a:lnTo>
                <a:lnTo>
                  <a:pt x="2097" y="134"/>
                </a:lnTo>
                <a:lnTo>
                  <a:pt x="2100" y="134"/>
                </a:lnTo>
                <a:lnTo>
                  <a:pt x="2101" y="136"/>
                </a:lnTo>
                <a:lnTo>
                  <a:pt x="2108" y="137"/>
                </a:lnTo>
                <a:lnTo>
                  <a:pt x="2112" y="139"/>
                </a:lnTo>
                <a:lnTo>
                  <a:pt x="2115" y="141"/>
                </a:lnTo>
                <a:lnTo>
                  <a:pt x="2120" y="143"/>
                </a:lnTo>
                <a:lnTo>
                  <a:pt x="2122" y="145"/>
                </a:lnTo>
                <a:lnTo>
                  <a:pt x="2125" y="147"/>
                </a:lnTo>
                <a:lnTo>
                  <a:pt x="2126" y="148"/>
                </a:lnTo>
                <a:lnTo>
                  <a:pt x="2129" y="149"/>
                </a:lnTo>
                <a:lnTo>
                  <a:pt x="2130" y="150"/>
                </a:lnTo>
                <a:lnTo>
                  <a:pt x="2131" y="152"/>
                </a:lnTo>
                <a:lnTo>
                  <a:pt x="2133" y="154"/>
                </a:lnTo>
                <a:lnTo>
                  <a:pt x="2139" y="159"/>
                </a:lnTo>
                <a:lnTo>
                  <a:pt x="2147" y="165"/>
                </a:lnTo>
                <a:lnTo>
                  <a:pt x="2149" y="169"/>
                </a:lnTo>
                <a:lnTo>
                  <a:pt x="2149" y="170"/>
                </a:lnTo>
                <a:lnTo>
                  <a:pt x="2150" y="172"/>
                </a:lnTo>
                <a:lnTo>
                  <a:pt x="2153" y="174"/>
                </a:lnTo>
                <a:lnTo>
                  <a:pt x="2154" y="175"/>
                </a:lnTo>
                <a:lnTo>
                  <a:pt x="2155" y="177"/>
                </a:lnTo>
                <a:lnTo>
                  <a:pt x="2155" y="178"/>
                </a:lnTo>
                <a:lnTo>
                  <a:pt x="2156" y="181"/>
                </a:lnTo>
                <a:lnTo>
                  <a:pt x="2158" y="182"/>
                </a:lnTo>
                <a:lnTo>
                  <a:pt x="2159" y="185"/>
                </a:lnTo>
                <a:lnTo>
                  <a:pt x="2160" y="187"/>
                </a:lnTo>
                <a:lnTo>
                  <a:pt x="2162" y="192"/>
                </a:lnTo>
                <a:lnTo>
                  <a:pt x="2164" y="195"/>
                </a:lnTo>
                <a:lnTo>
                  <a:pt x="2165" y="197"/>
                </a:lnTo>
                <a:lnTo>
                  <a:pt x="2166" y="199"/>
                </a:lnTo>
                <a:lnTo>
                  <a:pt x="2167" y="203"/>
                </a:lnTo>
                <a:lnTo>
                  <a:pt x="2168" y="206"/>
                </a:lnTo>
                <a:lnTo>
                  <a:pt x="2168" y="208"/>
                </a:lnTo>
                <a:lnTo>
                  <a:pt x="2170" y="209"/>
                </a:lnTo>
                <a:lnTo>
                  <a:pt x="2170" y="211"/>
                </a:lnTo>
                <a:lnTo>
                  <a:pt x="2171" y="215"/>
                </a:lnTo>
                <a:lnTo>
                  <a:pt x="2173" y="225"/>
                </a:lnTo>
                <a:lnTo>
                  <a:pt x="2176" y="235"/>
                </a:lnTo>
                <a:lnTo>
                  <a:pt x="2176" y="238"/>
                </a:lnTo>
                <a:lnTo>
                  <a:pt x="2178" y="249"/>
                </a:lnTo>
                <a:lnTo>
                  <a:pt x="2178" y="254"/>
                </a:lnTo>
                <a:lnTo>
                  <a:pt x="2179" y="259"/>
                </a:lnTo>
                <a:lnTo>
                  <a:pt x="2179" y="266"/>
                </a:lnTo>
                <a:lnTo>
                  <a:pt x="2181" y="288"/>
                </a:lnTo>
                <a:lnTo>
                  <a:pt x="2182" y="320"/>
                </a:lnTo>
                <a:lnTo>
                  <a:pt x="2182" y="385"/>
                </a:lnTo>
                <a:lnTo>
                  <a:pt x="2182" y="793"/>
                </a:lnTo>
                <a:lnTo>
                  <a:pt x="2177" y="793"/>
                </a:lnTo>
                <a:lnTo>
                  <a:pt x="2173" y="793"/>
                </a:lnTo>
                <a:lnTo>
                  <a:pt x="2164" y="793"/>
                </a:lnTo>
                <a:lnTo>
                  <a:pt x="2125" y="793"/>
                </a:lnTo>
                <a:lnTo>
                  <a:pt x="1993" y="793"/>
                </a:lnTo>
                <a:close/>
                <a:moveTo>
                  <a:pt x="1512" y="793"/>
                </a:moveTo>
                <a:lnTo>
                  <a:pt x="1501" y="757"/>
                </a:lnTo>
                <a:lnTo>
                  <a:pt x="1496" y="761"/>
                </a:lnTo>
                <a:lnTo>
                  <a:pt x="1493" y="765"/>
                </a:lnTo>
                <a:lnTo>
                  <a:pt x="1492" y="765"/>
                </a:lnTo>
                <a:lnTo>
                  <a:pt x="1488" y="769"/>
                </a:lnTo>
                <a:lnTo>
                  <a:pt x="1485" y="772"/>
                </a:lnTo>
                <a:lnTo>
                  <a:pt x="1483" y="773"/>
                </a:lnTo>
                <a:lnTo>
                  <a:pt x="1482" y="774"/>
                </a:lnTo>
                <a:lnTo>
                  <a:pt x="1481" y="775"/>
                </a:lnTo>
                <a:lnTo>
                  <a:pt x="1478" y="776"/>
                </a:lnTo>
                <a:lnTo>
                  <a:pt x="1477" y="778"/>
                </a:lnTo>
                <a:lnTo>
                  <a:pt x="1476" y="779"/>
                </a:lnTo>
                <a:lnTo>
                  <a:pt x="1473" y="780"/>
                </a:lnTo>
                <a:lnTo>
                  <a:pt x="1472" y="781"/>
                </a:lnTo>
                <a:lnTo>
                  <a:pt x="1470" y="781"/>
                </a:lnTo>
                <a:lnTo>
                  <a:pt x="1467" y="782"/>
                </a:lnTo>
                <a:lnTo>
                  <a:pt x="1465" y="784"/>
                </a:lnTo>
                <a:lnTo>
                  <a:pt x="1463" y="785"/>
                </a:lnTo>
                <a:lnTo>
                  <a:pt x="1461" y="786"/>
                </a:lnTo>
                <a:lnTo>
                  <a:pt x="1459" y="787"/>
                </a:lnTo>
                <a:lnTo>
                  <a:pt x="1454" y="790"/>
                </a:lnTo>
                <a:lnTo>
                  <a:pt x="1452" y="791"/>
                </a:lnTo>
                <a:lnTo>
                  <a:pt x="1449" y="792"/>
                </a:lnTo>
                <a:lnTo>
                  <a:pt x="1444" y="793"/>
                </a:lnTo>
                <a:lnTo>
                  <a:pt x="1443" y="795"/>
                </a:lnTo>
                <a:lnTo>
                  <a:pt x="1441" y="795"/>
                </a:lnTo>
                <a:lnTo>
                  <a:pt x="1440" y="795"/>
                </a:lnTo>
                <a:lnTo>
                  <a:pt x="1437" y="796"/>
                </a:lnTo>
                <a:lnTo>
                  <a:pt x="1436" y="796"/>
                </a:lnTo>
                <a:lnTo>
                  <a:pt x="1434" y="797"/>
                </a:lnTo>
                <a:lnTo>
                  <a:pt x="1432" y="797"/>
                </a:lnTo>
                <a:lnTo>
                  <a:pt x="1430" y="798"/>
                </a:lnTo>
                <a:lnTo>
                  <a:pt x="1426" y="798"/>
                </a:lnTo>
                <a:lnTo>
                  <a:pt x="1418" y="801"/>
                </a:lnTo>
                <a:lnTo>
                  <a:pt x="1396" y="803"/>
                </a:lnTo>
                <a:lnTo>
                  <a:pt x="1378" y="803"/>
                </a:lnTo>
                <a:lnTo>
                  <a:pt x="1361" y="802"/>
                </a:lnTo>
                <a:lnTo>
                  <a:pt x="1345" y="800"/>
                </a:lnTo>
                <a:lnTo>
                  <a:pt x="1339" y="798"/>
                </a:lnTo>
                <a:lnTo>
                  <a:pt x="1332" y="796"/>
                </a:lnTo>
                <a:lnTo>
                  <a:pt x="1330" y="796"/>
                </a:lnTo>
                <a:lnTo>
                  <a:pt x="1325" y="795"/>
                </a:lnTo>
                <a:lnTo>
                  <a:pt x="1322" y="793"/>
                </a:lnTo>
                <a:lnTo>
                  <a:pt x="1320" y="792"/>
                </a:lnTo>
                <a:lnTo>
                  <a:pt x="1316" y="791"/>
                </a:lnTo>
                <a:lnTo>
                  <a:pt x="1315" y="790"/>
                </a:lnTo>
                <a:lnTo>
                  <a:pt x="1310" y="787"/>
                </a:lnTo>
                <a:lnTo>
                  <a:pt x="1308" y="785"/>
                </a:lnTo>
                <a:lnTo>
                  <a:pt x="1305" y="784"/>
                </a:lnTo>
                <a:lnTo>
                  <a:pt x="1304" y="782"/>
                </a:lnTo>
                <a:lnTo>
                  <a:pt x="1303" y="781"/>
                </a:lnTo>
                <a:lnTo>
                  <a:pt x="1301" y="780"/>
                </a:lnTo>
                <a:lnTo>
                  <a:pt x="1297" y="776"/>
                </a:lnTo>
                <a:lnTo>
                  <a:pt x="1293" y="774"/>
                </a:lnTo>
                <a:lnTo>
                  <a:pt x="1288" y="769"/>
                </a:lnTo>
                <a:lnTo>
                  <a:pt x="1287" y="767"/>
                </a:lnTo>
                <a:lnTo>
                  <a:pt x="1285" y="765"/>
                </a:lnTo>
                <a:lnTo>
                  <a:pt x="1284" y="763"/>
                </a:lnTo>
                <a:lnTo>
                  <a:pt x="1281" y="761"/>
                </a:lnTo>
                <a:lnTo>
                  <a:pt x="1280" y="758"/>
                </a:lnTo>
                <a:lnTo>
                  <a:pt x="1280" y="757"/>
                </a:lnTo>
                <a:lnTo>
                  <a:pt x="1279" y="754"/>
                </a:lnTo>
                <a:lnTo>
                  <a:pt x="1276" y="752"/>
                </a:lnTo>
                <a:lnTo>
                  <a:pt x="1275" y="750"/>
                </a:lnTo>
                <a:lnTo>
                  <a:pt x="1274" y="747"/>
                </a:lnTo>
                <a:lnTo>
                  <a:pt x="1273" y="745"/>
                </a:lnTo>
                <a:lnTo>
                  <a:pt x="1273" y="742"/>
                </a:lnTo>
                <a:lnTo>
                  <a:pt x="1270" y="739"/>
                </a:lnTo>
                <a:lnTo>
                  <a:pt x="1270" y="737"/>
                </a:lnTo>
                <a:lnTo>
                  <a:pt x="1269" y="735"/>
                </a:lnTo>
                <a:lnTo>
                  <a:pt x="1267" y="730"/>
                </a:lnTo>
                <a:lnTo>
                  <a:pt x="1264" y="723"/>
                </a:lnTo>
                <a:lnTo>
                  <a:pt x="1264" y="721"/>
                </a:lnTo>
                <a:lnTo>
                  <a:pt x="1263" y="719"/>
                </a:lnTo>
                <a:lnTo>
                  <a:pt x="1262" y="713"/>
                </a:lnTo>
                <a:lnTo>
                  <a:pt x="1261" y="709"/>
                </a:lnTo>
                <a:lnTo>
                  <a:pt x="1261" y="707"/>
                </a:lnTo>
                <a:lnTo>
                  <a:pt x="1259" y="704"/>
                </a:lnTo>
                <a:lnTo>
                  <a:pt x="1259" y="702"/>
                </a:lnTo>
                <a:lnTo>
                  <a:pt x="1258" y="698"/>
                </a:lnTo>
                <a:lnTo>
                  <a:pt x="1258" y="696"/>
                </a:lnTo>
                <a:lnTo>
                  <a:pt x="1258" y="692"/>
                </a:lnTo>
                <a:lnTo>
                  <a:pt x="1257" y="689"/>
                </a:lnTo>
                <a:lnTo>
                  <a:pt x="1257" y="684"/>
                </a:lnTo>
                <a:lnTo>
                  <a:pt x="1256" y="679"/>
                </a:lnTo>
                <a:lnTo>
                  <a:pt x="1256" y="674"/>
                </a:lnTo>
                <a:lnTo>
                  <a:pt x="1255" y="667"/>
                </a:lnTo>
                <a:lnTo>
                  <a:pt x="1255" y="657"/>
                </a:lnTo>
                <a:lnTo>
                  <a:pt x="1253" y="638"/>
                </a:lnTo>
                <a:lnTo>
                  <a:pt x="1253" y="635"/>
                </a:lnTo>
                <a:lnTo>
                  <a:pt x="1253" y="631"/>
                </a:lnTo>
                <a:lnTo>
                  <a:pt x="1253" y="623"/>
                </a:lnTo>
                <a:lnTo>
                  <a:pt x="1253" y="591"/>
                </a:lnTo>
                <a:lnTo>
                  <a:pt x="1253" y="565"/>
                </a:lnTo>
                <a:lnTo>
                  <a:pt x="1253" y="540"/>
                </a:lnTo>
                <a:lnTo>
                  <a:pt x="1253" y="527"/>
                </a:lnTo>
                <a:lnTo>
                  <a:pt x="1256" y="515"/>
                </a:lnTo>
                <a:lnTo>
                  <a:pt x="1257" y="505"/>
                </a:lnTo>
                <a:lnTo>
                  <a:pt x="1261" y="496"/>
                </a:lnTo>
                <a:lnTo>
                  <a:pt x="1261" y="493"/>
                </a:lnTo>
                <a:lnTo>
                  <a:pt x="1261" y="492"/>
                </a:lnTo>
                <a:lnTo>
                  <a:pt x="1262" y="490"/>
                </a:lnTo>
                <a:lnTo>
                  <a:pt x="1262" y="488"/>
                </a:lnTo>
                <a:lnTo>
                  <a:pt x="1263" y="486"/>
                </a:lnTo>
                <a:lnTo>
                  <a:pt x="1264" y="482"/>
                </a:lnTo>
                <a:lnTo>
                  <a:pt x="1266" y="480"/>
                </a:lnTo>
                <a:lnTo>
                  <a:pt x="1269" y="474"/>
                </a:lnTo>
                <a:lnTo>
                  <a:pt x="1270" y="473"/>
                </a:lnTo>
                <a:lnTo>
                  <a:pt x="1272" y="470"/>
                </a:lnTo>
                <a:lnTo>
                  <a:pt x="1273" y="468"/>
                </a:lnTo>
                <a:lnTo>
                  <a:pt x="1273" y="465"/>
                </a:lnTo>
                <a:lnTo>
                  <a:pt x="1274" y="464"/>
                </a:lnTo>
                <a:lnTo>
                  <a:pt x="1276" y="460"/>
                </a:lnTo>
                <a:lnTo>
                  <a:pt x="1278" y="459"/>
                </a:lnTo>
                <a:lnTo>
                  <a:pt x="1279" y="458"/>
                </a:lnTo>
                <a:lnTo>
                  <a:pt x="1280" y="457"/>
                </a:lnTo>
                <a:lnTo>
                  <a:pt x="1281" y="454"/>
                </a:lnTo>
                <a:lnTo>
                  <a:pt x="1282" y="453"/>
                </a:lnTo>
                <a:lnTo>
                  <a:pt x="1285" y="451"/>
                </a:lnTo>
                <a:lnTo>
                  <a:pt x="1288" y="446"/>
                </a:lnTo>
                <a:lnTo>
                  <a:pt x="1295" y="440"/>
                </a:lnTo>
                <a:lnTo>
                  <a:pt x="1301" y="433"/>
                </a:lnTo>
                <a:lnTo>
                  <a:pt x="1304" y="430"/>
                </a:lnTo>
                <a:lnTo>
                  <a:pt x="1308" y="427"/>
                </a:lnTo>
                <a:lnTo>
                  <a:pt x="1310" y="425"/>
                </a:lnTo>
                <a:lnTo>
                  <a:pt x="1313" y="422"/>
                </a:lnTo>
                <a:lnTo>
                  <a:pt x="1315" y="421"/>
                </a:lnTo>
                <a:lnTo>
                  <a:pt x="1316" y="420"/>
                </a:lnTo>
                <a:lnTo>
                  <a:pt x="1319" y="419"/>
                </a:lnTo>
                <a:lnTo>
                  <a:pt x="1320" y="418"/>
                </a:lnTo>
                <a:lnTo>
                  <a:pt x="1322" y="416"/>
                </a:lnTo>
                <a:lnTo>
                  <a:pt x="1324" y="415"/>
                </a:lnTo>
                <a:lnTo>
                  <a:pt x="1326" y="414"/>
                </a:lnTo>
                <a:lnTo>
                  <a:pt x="1328" y="414"/>
                </a:lnTo>
                <a:lnTo>
                  <a:pt x="1330" y="413"/>
                </a:lnTo>
                <a:lnTo>
                  <a:pt x="1331" y="410"/>
                </a:lnTo>
                <a:lnTo>
                  <a:pt x="1334" y="409"/>
                </a:lnTo>
                <a:lnTo>
                  <a:pt x="1337" y="408"/>
                </a:lnTo>
                <a:lnTo>
                  <a:pt x="1339" y="407"/>
                </a:lnTo>
                <a:lnTo>
                  <a:pt x="1342" y="405"/>
                </a:lnTo>
                <a:lnTo>
                  <a:pt x="1344" y="404"/>
                </a:lnTo>
                <a:lnTo>
                  <a:pt x="1345" y="403"/>
                </a:lnTo>
                <a:lnTo>
                  <a:pt x="1348" y="402"/>
                </a:lnTo>
                <a:lnTo>
                  <a:pt x="1351" y="401"/>
                </a:lnTo>
                <a:lnTo>
                  <a:pt x="1355" y="399"/>
                </a:lnTo>
                <a:lnTo>
                  <a:pt x="1359" y="398"/>
                </a:lnTo>
                <a:lnTo>
                  <a:pt x="1360" y="397"/>
                </a:lnTo>
                <a:lnTo>
                  <a:pt x="1362" y="396"/>
                </a:lnTo>
                <a:lnTo>
                  <a:pt x="1365" y="394"/>
                </a:lnTo>
                <a:lnTo>
                  <a:pt x="1367" y="394"/>
                </a:lnTo>
                <a:lnTo>
                  <a:pt x="1368" y="393"/>
                </a:lnTo>
                <a:lnTo>
                  <a:pt x="1373" y="392"/>
                </a:lnTo>
                <a:lnTo>
                  <a:pt x="1376" y="391"/>
                </a:lnTo>
                <a:lnTo>
                  <a:pt x="1378" y="390"/>
                </a:lnTo>
                <a:lnTo>
                  <a:pt x="1379" y="390"/>
                </a:lnTo>
                <a:lnTo>
                  <a:pt x="1382" y="388"/>
                </a:lnTo>
                <a:lnTo>
                  <a:pt x="1383" y="388"/>
                </a:lnTo>
                <a:lnTo>
                  <a:pt x="1385" y="387"/>
                </a:lnTo>
                <a:lnTo>
                  <a:pt x="1386" y="387"/>
                </a:lnTo>
                <a:lnTo>
                  <a:pt x="1389" y="386"/>
                </a:lnTo>
                <a:lnTo>
                  <a:pt x="1390" y="386"/>
                </a:lnTo>
                <a:lnTo>
                  <a:pt x="1391" y="385"/>
                </a:lnTo>
                <a:lnTo>
                  <a:pt x="1396" y="385"/>
                </a:lnTo>
                <a:lnTo>
                  <a:pt x="1403" y="382"/>
                </a:lnTo>
                <a:lnTo>
                  <a:pt x="1408" y="381"/>
                </a:lnTo>
                <a:lnTo>
                  <a:pt x="1411" y="380"/>
                </a:lnTo>
                <a:lnTo>
                  <a:pt x="1413" y="380"/>
                </a:lnTo>
                <a:lnTo>
                  <a:pt x="1415" y="379"/>
                </a:lnTo>
                <a:lnTo>
                  <a:pt x="1418" y="379"/>
                </a:lnTo>
                <a:lnTo>
                  <a:pt x="1423" y="377"/>
                </a:lnTo>
                <a:lnTo>
                  <a:pt x="1426" y="376"/>
                </a:lnTo>
                <a:lnTo>
                  <a:pt x="1431" y="375"/>
                </a:lnTo>
                <a:lnTo>
                  <a:pt x="1435" y="375"/>
                </a:lnTo>
                <a:lnTo>
                  <a:pt x="1441" y="374"/>
                </a:lnTo>
                <a:lnTo>
                  <a:pt x="1446" y="372"/>
                </a:lnTo>
                <a:lnTo>
                  <a:pt x="1452" y="371"/>
                </a:lnTo>
                <a:lnTo>
                  <a:pt x="1458" y="370"/>
                </a:lnTo>
                <a:lnTo>
                  <a:pt x="1461" y="370"/>
                </a:lnTo>
                <a:lnTo>
                  <a:pt x="1466" y="370"/>
                </a:lnTo>
                <a:lnTo>
                  <a:pt x="1471" y="369"/>
                </a:lnTo>
                <a:lnTo>
                  <a:pt x="1476" y="369"/>
                </a:lnTo>
                <a:lnTo>
                  <a:pt x="1479" y="368"/>
                </a:lnTo>
                <a:lnTo>
                  <a:pt x="1485" y="368"/>
                </a:lnTo>
                <a:lnTo>
                  <a:pt x="1496" y="365"/>
                </a:lnTo>
                <a:lnTo>
                  <a:pt x="1496" y="333"/>
                </a:lnTo>
                <a:lnTo>
                  <a:pt x="1496" y="324"/>
                </a:lnTo>
                <a:lnTo>
                  <a:pt x="1496" y="320"/>
                </a:lnTo>
                <a:lnTo>
                  <a:pt x="1496" y="316"/>
                </a:lnTo>
                <a:lnTo>
                  <a:pt x="1496" y="311"/>
                </a:lnTo>
                <a:lnTo>
                  <a:pt x="1495" y="308"/>
                </a:lnTo>
                <a:lnTo>
                  <a:pt x="1495" y="305"/>
                </a:lnTo>
                <a:lnTo>
                  <a:pt x="1494" y="303"/>
                </a:lnTo>
                <a:lnTo>
                  <a:pt x="1494" y="302"/>
                </a:lnTo>
                <a:lnTo>
                  <a:pt x="1492" y="298"/>
                </a:lnTo>
                <a:lnTo>
                  <a:pt x="1490" y="296"/>
                </a:lnTo>
                <a:lnTo>
                  <a:pt x="1490" y="294"/>
                </a:lnTo>
                <a:lnTo>
                  <a:pt x="1487" y="291"/>
                </a:lnTo>
                <a:lnTo>
                  <a:pt x="1484" y="288"/>
                </a:lnTo>
                <a:lnTo>
                  <a:pt x="1477" y="285"/>
                </a:lnTo>
                <a:lnTo>
                  <a:pt x="1470" y="282"/>
                </a:lnTo>
                <a:lnTo>
                  <a:pt x="1461" y="281"/>
                </a:lnTo>
                <a:lnTo>
                  <a:pt x="1453" y="281"/>
                </a:lnTo>
                <a:lnTo>
                  <a:pt x="1435" y="282"/>
                </a:lnTo>
                <a:lnTo>
                  <a:pt x="1418" y="283"/>
                </a:lnTo>
                <a:lnTo>
                  <a:pt x="1408" y="285"/>
                </a:lnTo>
                <a:lnTo>
                  <a:pt x="1401" y="286"/>
                </a:lnTo>
                <a:lnTo>
                  <a:pt x="1396" y="286"/>
                </a:lnTo>
                <a:lnTo>
                  <a:pt x="1392" y="286"/>
                </a:lnTo>
                <a:lnTo>
                  <a:pt x="1389" y="287"/>
                </a:lnTo>
                <a:lnTo>
                  <a:pt x="1386" y="287"/>
                </a:lnTo>
                <a:lnTo>
                  <a:pt x="1383" y="288"/>
                </a:lnTo>
                <a:lnTo>
                  <a:pt x="1379" y="288"/>
                </a:lnTo>
                <a:lnTo>
                  <a:pt x="1373" y="291"/>
                </a:lnTo>
                <a:lnTo>
                  <a:pt x="1366" y="292"/>
                </a:lnTo>
                <a:lnTo>
                  <a:pt x="1362" y="292"/>
                </a:lnTo>
                <a:lnTo>
                  <a:pt x="1360" y="293"/>
                </a:lnTo>
                <a:lnTo>
                  <a:pt x="1357" y="293"/>
                </a:lnTo>
                <a:lnTo>
                  <a:pt x="1350" y="296"/>
                </a:lnTo>
                <a:lnTo>
                  <a:pt x="1348" y="296"/>
                </a:lnTo>
                <a:lnTo>
                  <a:pt x="1345" y="297"/>
                </a:lnTo>
                <a:lnTo>
                  <a:pt x="1343" y="297"/>
                </a:lnTo>
                <a:lnTo>
                  <a:pt x="1340" y="297"/>
                </a:lnTo>
                <a:lnTo>
                  <a:pt x="1338" y="298"/>
                </a:lnTo>
                <a:lnTo>
                  <a:pt x="1337" y="298"/>
                </a:lnTo>
                <a:lnTo>
                  <a:pt x="1330" y="300"/>
                </a:lnTo>
                <a:lnTo>
                  <a:pt x="1324" y="302"/>
                </a:lnTo>
                <a:lnTo>
                  <a:pt x="1319" y="303"/>
                </a:lnTo>
                <a:lnTo>
                  <a:pt x="1317" y="304"/>
                </a:lnTo>
                <a:lnTo>
                  <a:pt x="1311" y="305"/>
                </a:lnTo>
                <a:lnTo>
                  <a:pt x="1309" y="307"/>
                </a:lnTo>
                <a:lnTo>
                  <a:pt x="1273" y="319"/>
                </a:lnTo>
                <a:lnTo>
                  <a:pt x="1269" y="171"/>
                </a:lnTo>
                <a:lnTo>
                  <a:pt x="1274" y="170"/>
                </a:lnTo>
                <a:lnTo>
                  <a:pt x="1279" y="167"/>
                </a:lnTo>
                <a:lnTo>
                  <a:pt x="1282" y="167"/>
                </a:lnTo>
                <a:lnTo>
                  <a:pt x="1284" y="166"/>
                </a:lnTo>
                <a:lnTo>
                  <a:pt x="1286" y="166"/>
                </a:lnTo>
                <a:lnTo>
                  <a:pt x="1287" y="165"/>
                </a:lnTo>
                <a:lnTo>
                  <a:pt x="1293" y="164"/>
                </a:lnTo>
                <a:lnTo>
                  <a:pt x="1295" y="164"/>
                </a:lnTo>
                <a:lnTo>
                  <a:pt x="1297" y="163"/>
                </a:lnTo>
                <a:lnTo>
                  <a:pt x="1299" y="163"/>
                </a:lnTo>
                <a:lnTo>
                  <a:pt x="1301" y="161"/>
                </a:lnTo>
                <a:lnTo>
                  <a:pt x="1303" y="161"/>
                </a:lnTo>
                <a:lnTo>
                  <a:pt x="1320" y="156"/>
                </a:lnTo>
                <a:lnTo>
                  <a:pt x="1337" y="150"/>
                </a:lnTo>
                <a:lnTo>
                  <a:pt x="1344" y="150"/>
                </a:lnTo>
                <a:lnTo>
                  <a:pt x="1359" y="145"/>
                </a:lnTo>
                <a:lnTo>
                  <a:pt x="1366" y="144"/>
                </a:lnTo>
                <a:lnTo>
                  <a:pt x="1373" y="142"/>
                </a:lnTo>
                <a:lnTo>
                  <a:pt x="1382" y="141"/>
                </a:lnTo>
                <a:lnTo>
                  <a:pt x="1388" y="139"/>
                </a:lnTo>
                <a:lnTo>
                  <a:pt x="1395" y="138"/>
                </a:lnTo>
                <a:lnTo>
                  <a:pt x="1401" y="137"/>
                </a:lnTo>
                <a:lnTo>
                  <a:pt x="1407" y="136"/>
                </a:lnTo>
                <a:lnTo>
                  <a:pt x="1414" y="136"/>
                </a:lnTo>
                <a:lnTo>
                  <a:pt x="1421" y="134"/>
                </a:lnTo>
                <a:lnTo>
                  <a:pt x="1426" y="133"/>
                </a:lnTo>
                <a:lnTo>
                  <a:pt x="1432" y="132"/>
                </a:lnTo>
                <a:lnTo>
                  <a:pt x="1438" y="132"/>
                </a:lnTo>
                <a:lnTo>
                  <a:pt x="1444" y="131"/>
                </a:lnTo>
                <a:lnTo>
                  <a:pt x="1449" y="131"/>
                </a:lnTo>
                <a:lnTo>
                  <a:pt x="1456" y="130"/>
                </a:lnTo>
                <a:lnTo>
                  <a:pt x="1475" y="128"/>
                </a:lnTo>
                <a:lnTo>
                  <a:pt x="1479" y="128"/>
                </a:lnTo>
                <a:lnTo>
                  <a:pt x="1485" y="127"/>
                </a:lnTo>
                <a:lnTo>
                  <a:pt x="1498" y="128"/>
                </a:lnTo>
                <a:lnTo>
                  <a:pt x="1504" y="128"/>
                </a:lnTo>
                <a:lnTo>
                  <a:pt x="1508" y="128"/>
                </a:lnTo>
                <a:lnTo>
                  <a:pt x="1515" y="128"/>
                </a:lnTo>
                <a:lnTo>
                  <a:pt x="1519" y="130"/>
                </a:lnTo>
                <a:lnTo>
                  <a:pt x="1528" y="130"/>
                </a:lnTo>
                <a:lnTo>
                  <a:pt x="1534" y="130"/>
                </a:lnTo>
                <a:lnTo>
                  <a:pt x="1539" y="131"/>
                </a:lnTo>
                <a:lnTo>
                  <a:pt x="1544" y="131"/>
                </a:lnTo>
                <a:lnTo>
                  <a:pt x="1548" y="132"/>
                </a:lnTo>
                <a:lnTo>
                  <a:pt x="1562" y="134"/>
                </a:lnTo>
                <a:lnTo>
                  <a:pt x="1564" y="134"/>
                </a:lnTo>
                <a:lnTo>
                  <a:pt x="1571" y="136"/>
                </a:lnTo>
                <a:lnTo>
                  <a:pt x="1577" y="138"/>
                </a:lnTo>
                <a:lnTo>
                  <a:pt x="1580" y="138"/>
                </a:lnTo>
                <a:lnTo>
                  <a:pt x="1582" y="139"/>
                </a:lnTo>
                <a:lnTo>
                  <a:pt x="1583" y="139"/>
                </a:lnTo>
                <a:lnTo>
                  <a:pt x="1586" y="141"/>
                </a:lnTo>
                <a:lnTo>
                  <a:pt x="1587" y="141"/>
                </a:lnTo>
                <a:lnTo>
                  <a:pt x="1591" y="142"/>
                </a:lnTo>
                <a:lnTo>
                  <a:pt x="1593" y="143"/>
                </a:lnTo>
                <a:lnTo>
                  <a:pt x="1597" y="144"/>
                </a:lnTo>
                <a:lnTo>
                  <a:pt x="1599" y="145"/>
                </a:lnTo>
                <a:lnTo>
                  <a:pt x="1602" y="147"/>
                </a:lnTo>
                <a:lnTo>
                  <a:pt x="1604" y="148"/>
                </a:lnTo>
                <a:lnTo>
                  <a:pt x="1606" y="149"/>
                </a:lnTo>
                <a:lnTo>
                  <a:pt x="1611" y="152"/>
                </a:lnTo>
                <a:lnTo>
                  <a:pt x="1616" y="154"/>
                </a:lnTo>
                <a:lnTo>
                  <a:pt x="1618" y="155"/>
                </a:lnTo>
                <a:lnTo>
                  <a:pt x="1621" y="156"/>
                </a:lnTo>
                <a:lnTo>
                  <a:pt x="1623" y="159"/>
                </a:lnTo>
                <a:lnTo>
                  <a:pt x="1624" y="160"/>
                </a:lnTo>
                <a:lnTo>
                  <a:pt x="1626" y="161"/>
                </a:lnTo>
                <a:lnTo>
                  <a:pt x="1628" y="164"/>
                </a:lnTo>
                <a:lnTo>
                  <a:pt x="1631" y="165"/>
                </a:lnTo>
                <a:lnTo>
                  <a:pt x="1633" y="165"/>
                </a:lnTo>
                <a:lnTo>
                  <a:pt x="1635" y="169"/>
                </a:lnTo>
                <a:lnTo>
                  <a:pt x="1641" y="175"/>
                </a:lnTo>
                <a:lnTo>
                  <a:pt x="1646" y="180"/>
                </a:lnTo>
                <a:lnTo>
                  <a:pt x="1650" y="183"/>
                </a:lnTo>
                <a:lnTo>
                  <a:pt x="1651" y="186"/>
                </a:lnTo>
                <a:lnTo>
                  <a:pt x="1654" y="188"/>
                </a:lnTo>
                <a:lnTo>
                  <a:pt x="1655" y="191"/>
                </a:lnTo>
                <a:lnTo>
                  <a:pt x="1656" y="192"/>
                </a:lnTo>
                <a:lnTo>
                  <a:pt x="1657" y="194"/>
                </a:lnTo>
                <a:lnTo>
                  <a:pt x="1658" y="195"/>
                </a:lnTo>
                <a:lnTo>
                  <a:pt x="1660" y="197"/>
                </a:lnTo>
                <a:lnTo>
                  <a:pt x="1661" y="199"/>
                </a:lnTo>
                <a:lnTo>
                  <a:pt x="1662" y="202"/>
                </a:lnTo>
                <a:lnTo>
                  <a:pt x="1663" y="204"/>
                </a:lnTo>
                <a:lnTo>
                  <a:pt x="1664" y="205"/>
                </a:lnTo>
                <a:lnTo>
                  <a:pt x="1664" y="208"/>
                </a:lnTo>
                <a:lnTo>
                  <a:pt x="1667" y="211"/>
                </a:lnTo>
                <a:lnTo>
                  <a:pt x="1667" y="213"/>
                </a:lnTo>
                <a:lnTo>
                  <a:pt x="1669" y="216"/>
                </a:lnTo>
                <a:lnTo>
                  <a:pt x="1669" y="219"/>
                </a:lnTo>
                <a:lnTo>
                  <a:pt x="1672" y="222"/>
                </a:lnTo>
                <a:lnTo>
                  <a:pt x="1672" y="224"/>
                </a:lnTo>
                <a:lnTo>
                  <a:pt x="1680" y="252"/>
                </a:lnTo>
                <a:lnTo>
                  <a:pt x="1685" y="280"/>
                </a:lnTo>
                <a:lnTo>
                  <a:pt x="1687" y="302"/>
                </a:lnTo>
                <a:lnTo>
                  <a:pt x="1687" y="313"/>
                </a:lnTo>
                <a:lnTo>
                  <a:pt x="1687" y="319"/>
                </a:lnTo>
                <a:lnTo>
                  <a:pt x="1687" y="326"/>
                </a:lnTo>
                <a:lnTo>
                  <a:pt x="1687" y="349"/>
                </a:lnTo>
                <a:lnTo>
                  <a:pt x="1687" y="426"/>
                </a:lnTo>
                <a:lnTo>
                  <a:pt x="1687" y="793"/>
                </a:lnTo>
                <a:lnTo>
                  <a:pt x="1684" y="793"/>
                </a:lnTo>
                <a:lnTo>
                  <a:pt x="1680" y="793"/>
                </a:lnTo>
                <a:lnTo>
                  <a:pt x="1670" y="793"/>
                </a:lnTo>
                <a:lnTo>
                  <a:pt x="1634" y="793"/>
                </a:lnTo>
                <a:lnTo>
                  <a:pt x="1512" y="793"/>
                </a:lnTo>
                <a:close/>
                <a:moveTo>
                  <a:pt x="729" y="128"/>
                </a:moveTo>
                <a:lnTo>
                  <a:pt x="745" y="128"/>
                </a:lnTo>
                <a:lnTo>
                  <a:pt x="760" y="128"/>
                </a:lnTo>
                <a:lnTo>
                  <a:pt x="775" y="130"/>
                </a:lnTo>
                <a:lnTo>
                  <a:pt x="789" y="131"/>
                </a:lnTo>
                <a:lnTo>
                  <a:pt x="804" y="133"/>
                </a:lnTo>
                <a:lnTo>
                  <a:pt x="816" y="136"/>
                </a:lnTo>
                <a:lnTo>
                  <a:pt x="828" y="139"/>
                </a:lnTo>
                <a:lnTo>
                  <a:pt x="840" y="144"/>
                </a:lnTo>
                <a:lnTo>
                  <a:pt x="844" y="144"/>
                </a:lnTo>
                <a:lnTo>
                  <a:pt x="846" y="145"/>
                </a:lnTo>
                <a:lnTo>
                  <a:pt x="850" y="147"/>
                </a:lnTo>
                <a:lnTo>
                  <a:pt x="852" y="149"/>
                </a:lnTo>
                <a:lnTo>
                  <a:pt x="856" y="150"/>
                </a:lnTo>
                <a:lnTo>
                  <a:pt x="859" y="152"/>
                </a:lnTo>
                <a:lnTo>
                  <a:pt x="864" y="154"/>
                </a:lnTo>
                <a:lnTo>
                  <a:pt x="865" y="155"/>
                </a:lnTo>
                <a:lnTo>
                  <a:pt x="868" y="156"/>
                </a:lnTo>
                <a:lnTo>
                  <a:pt x="869" y="158"/>
                </a:lnTo>
                <a:lnTo>
                  <a:pt x="871" y="159"/>
                </a:lnTo>
                <a:lnTo>
                  <a:pt x="875" y="160"/>
                </a:lnTo>
                <a:lnTo>
                  <a:pt x="876" y="161"/>
                </a:lnTo>
                <a:lnTo>
                  <a:pt x="879" y="163"/>
                </a:lnTo>
                <a:lnTo>
                  <a:pt x="880" y="164"/>
                </a:lnTo>
                <a:lnTo>
                  <a:pt x="881" y="165"/>
                </a:lnTo>
                <a:lnTo>
                  <a:pt x="882" y="166"/>
                </a:lnTo>
                <a:lnTo>
                  <a:pt x="885" y="167"/>
                </a:lnTo>
                <a:lnTo>
                  <a:pt x="887" y="170"/>
                </a:lnTo>
                <a:lnTo>
                  <a:pt x="890" y="171"/>
                </a:lnTo>
                <a:lnTo>
                  <a:pt x="891" y="172"/>
                </a:lnTo>
                <a:lnTo>
                  <a:pt x="893" y="175"/>
                </a:lnTo>
                <a:lnTo>
                  <a:pt x="898" y="180"/>
                </a:lnTo>
                <a:lnTo>
                  <a:pt x="904" y="185"/>
                </a:lnTo>
                <a:lnTo>
                  <a:pt x="910" y="191"/>
                </a:lnTo>
                <a:lnTo>
                  <a:pt x="911" y="193"/>
                </a:lnTo>
                <a:lnTo>
                  <a:pt x="915" y="195"/>
                </a:lnTo>
                <a:lnTo>
                  <a:pt x="917" y="199"/>
                </a:lnTo>
                <a:lnTo>
                  <a:pt x="920" y="202"/>
                </a:lnTo>
                <a:lnTo>
                  <a:pt x="922" y="204"/>
                </a:lnTo>
                <a:lnTo>
                  <a:pt x="923" y="206"/>
                </a:lnTo>
                <a:lnTo>
                  <a:pt x="925" y="209"/>
                </a:lnTo>
                <a:lnTo>
                  <a:pt x="926" y="210"/>
                </a:lnTo>
                <a:lnTo>
                  <a:pt x="926" y="211"/>
                </a:lnTo>
                <a:lnTo>
                  <a:pt x="928" y="214"/>
                </a:lnTo>
                <a:lnTo>
                  <a:pt x="929" y="215"/>
                </a:lnTo>
                <a:lnTo>
                  <a:pt x="931" y="217"/>
                </a:lnTo>
                <a:lnTo>
                  <a:pt x="931" y="220"/>
                </a:lnTo>
                <a:lnTo>
                  <a:pt x="933" y="222"/>
                </a:lnTo>
                <a:lnTo>
                  <a:pt x="934" y="225"/>
                </a:lnTo>
                <a:lnTo>
                  <a:pt x="936" y="227"/>
                </a:lnTo>
                <a:lnTo>
                  <a:pt x="937" y="230"/>
                </a:lnTo>
                <a:lnTo>
                  <a:pt x="939" y="233"/>
                </a:lnTo>
                <a:lnTo>
                  <a:pt x="939" y="235"/>
                </a:lnTo>
                <a:lnTo>
                  <a:pt x="940" y="237"/>
                </a:lnTo>
                <a:lnTo>
                  <a:pt x="942" y="238"/>
                </a:lnTo>
                <a:lnTo>
                  <a:pt x="943" y="241"/>
                </a:lnTo>
                <a:lnTo>
                  <a:pt x="944" y="244"/>
                </a:lnTo>
                <a:lnTo>
                  <a:pt x="945" y="247"/>
                </a:lnTo>
                <a:lnTo>
                  <a:pt x="946" y="249"/>
                </a:lnTo>
                <a:lnTo>
                  <a:pt x="946" y="250"/>
                </a:lnTo>
                <a:lnTo>
                  <a:pt x="949" y="254"/>
                </a:lnTo>
                <a:lnTo>
                  <a:pt x="949" y="257"/>
                </a:lnTo>
                <a:lnTo>
                  <a:pt x="951" y="261"/>
                </a:lnTo>
                <a:lnTo>
                  <a:pt x="954" y="267"/>
                </a:lnTo>
                <a:lnTo>
                  <a:pt x="954" y="269"/>
                </a:lnTo>
                <a:lnTo>
                  <a:pt x="954" y="271"/>
                </a:lnTo>
                <a:lnTo>
                  <a:pt x="955" y="272"/>
                </a:lnTo>
                <a:lnTo>
                  <a:pt x="956" y="278"/>
                </a:lnTo>
                <a:lnTo>
                  <a:pt x="957" y="282"/>
                </a:lnTo>
                <a:lnTo>
                  <a:pt x="960" y="289"/>
                </a:lnTo>
                <a:lnTo>
                  <a:pt x="961" y="294"/>
                </a:lnTo>
                <a:lnTo>
                  <a:pt x="962" y="300"/>
                </a:lnTo>
                <a:lnTo>
                  <a:pt x="965" y="311"/>
                </a:lnTo>
                <a:lnTo>
                  <a:pt x="965" y="314"/>
                </a:lnTo>
                <a:lnTo>
                  <a:pt x="966" y="318"/>
                </a:lnTo>
                <a:lnTo>
                  <a:pt x="966" y="321"/>
                </a:lnTo>
                <a:lnTo>
                  <a:pt x="967" y="325"/>
                </a:lnTo>
                <a:lnTo>
                  <a:pt x="967" y="330"/>
                </a:lnTo>
                <a:lnTo>
                  <a:pt x="968" y="333"/>
                </a:lnTo>
                <a:lnTo>
                  <a:pt x="968" y="338"/>
                </a:lnTo>
                <a:lnTo>
                  <a:pt x="969" y="343"/>
                </a:lnTo>
                <a:lnTo>
                  <a:pt x="969" y="349"/>
                </a:lnTo>
                <a:lnTo>
                  <a:pt x="969" y="355"/>
                </a:lnTo>
                <a:lnTo>
                  <a:pt x="971" y="369"/>
                </a:lnTo>
                <a:lnTo>
                  <a:pt x="971" y="375"/>
                </a:lnTo>
                <a:lnTo>
                  <a:pt x="972" y="380"/>
                </a:lnTo>
                <a:lnTo>
                  <a:pt x="972" y="386"/>
                </a:lnTo>
                <a:lnTo>
                  <a:pt x="972" y="399"/>
                </a:lnTo>
                <a:lnTo>
                  <a:pt x="972" y="480"/>
                </a:lnTo>
                <a:lnTo>
                  <a:pt x="972" y="551"/>
                </a:lnTo>
                <a:lnTo>
                  <a:pt x="972" y="559"/>
                </a:lnTo>
                <a:lnTo>
                  <a:pt x="972" y="564"/>
                </a:lnTo>
                <a:lnTo>
                  <a:pt x="971" y="568"/>
                </a:lnTo>
                <a:lnTo>
                  <a:pt x="971" y="573"/>
                </a:lnTo>
                <a:lnTo>
                  <a:pt x="971" y="579"/>
                </a:lnTo>
                <a:lnTo>
                  <a:pt x="971" y="587"/>
                </a:lnTo>
                <a:lnTo>
                  <a:pt x="969" y="593"/>
                </a:lnTo>
                <a:lnTo>
                  <a:pt x="969" y="599"/>
                </a:lnTo>
                <a:lnTo>
                  <a:pt x="968" y="604"/>
                </a:lnTo>
                <a:lnTo>
                  <a:pt x="968" y="609"/>
                </a:lnTo>
                <a:lnTo>
                  <a:pt x="967" y="618"/>
                </a:lnTo>
                <a:lnTo>
                  <a:pt x="966" y="625"/>
                </a:lnTo>
                <a:lnTo>
                  <a:pt x="965" y="632"/>
                </a:lnTo>
                <a:lnTo>
                  <a:pt x="962" y="642"/>
                </a:lnTo>
                <a:lnTo>
                  <a:pt x="961" y="648"/>
                </a:lnTo>
                <a:lnTo>
                  <a:pt x="960" y="653"/>
                </a:lnTo>
                <a:lnTo>
                  <a:pt x="959" y="658"/>
                </a:lnTo>
                <a:lnTo>
                  <a:pt x="952" y="676"/>
                </a:lnTo>
                <a:lnTo>
                  <a:pt x="951" y="681"/>
                </a:lnTo>
                <a:lnTo>
                  <a:pt x="950" y="686"/>
                </a:lnTo>
                <a:lnTo>
                  <a:pt x="949" y="690"/>
                </a:lnTo>
                <a:lnTo>
                  <a:pt x="948" y="692"/>
                </a:lnTo>
                <a:lnTo>
                  <a:pt x="946" y="693"/>
                </a:lnTo>
                <a:lnTo>
                  <a:pt x="945" y="696"/>
                </a:lnTo>
                <a:lnTo>
                  <a:pt x="945" y="697"/>
                </a:lnTo>
                <a:lnTo>
                  <a:pt x="943" y="701"/>
                </a:lnTo>
                <a:lnTo>
                  <a:pt x="942" y="703"/>
                </a:lnTo>
                <a:lnTo>
                  <a:pt x="940" y="706"/>
                </a:lnTo>
                <a:lnTo>
                  <a:pt x="939" y="708"/>
                </a:lnTo>
                <a:lnTo>
                  <a:pt x="939" y="710"/>
                </a:lnTo>
                <a:lnTo>
                  <a:pt x="938" y="713"/>
                </a:lnTo>
                <a:lnTo>
                  <a:pt x="936" y="717"/>
                </a:lnTo>
                <a:lnTo>
                  <a:pt x="934" y="719"/>
                </a:lnTo>
                <a:lnTo>
                  <a:pt x="932" y="721"/>
                </a:lnTo>
                <a:lnTo>
                  <a:pt x="931" y="724"/>
                </a:lnTo>
                <a:lnTo>
                  <a:pt x="929" y="726"/>
                </a:lnTo>
                <a:lnTo>
                  <a:pt x="928" y="728"/>
                </a:lnTo>
                <a:lnTo>
                  <a:pt x="926" y="729"/>
                </a:lnTo>
                <a:lnTo>
                  <a:pt x="925" y="731"/>
                </a:lnTo>
                <a:lnTo>
                  <a:pt x="923" y="734"/>
                </a:lnTo>
                <a:lnTo>
                  <a:pt x="922" y="736"/>
                </a:lnTo>
                <a:lnTo>
                  <a:pt x="920" y="737"/>
                </a:lnTo>
                <a:lnTo>
                  <a:pt x="919" y="740"/>
                </a:lnTo>
                <a:lnTo>
                  <a:pt x="917" y="742"/>
                </a:lnTo>
                <a:lnTo>
                  <a:pt x="913" y="746"/>
                </a:lnTo>
                <a:lnTo>
                  <a:pt x="908" y="752"/>
                </a:lnTo>
                <a:lnTo>
                  <a:pt x="902" y="758"/>
                </a:lnTo>
                <a:lnTo>
                  <a:pt x="897" y="763"/>
                </a:lnTo>
                <a:lnTo>
                  <a:pt x="896" y="763"/>
                </a:lnTo>
                <a:lnTo>
                  <a:pt x="894" y="765"/>
                </a:lnTo>
                <a:lnTo>
                  <a:pt x="892" y="767"/>
                </a:lnTo>
                <a:lnTo>
                  <a:pt x="890" y="769"/>
                </a:lnTo>
                <a:lnTo>
                  <a:pt x="887" y="770"/>
                </a:lnTo>
                <a:lnTo>
                  <a:pt x="885" y="772"/>
                </a:lnTo>
                <a:lnTo>
                  <a:pt x="884" y="773"/>
                </a:lnTo>
                <a:lnTo>
                  <a:pt x="881" y="774"/>
                </a:lnTo>
                <a:lnTo>
                  <a:pt x="880" y="775"/>
                </a:lnTo>
                <a:lnTo>
                  <a:pt x="878" y="776"/>
                </a:lnTo>
                <a:lnTo>
                  <a:pt x="875" y="778"/>
                </a:lnTo>
                <a:lnTo>
                  <a:pt x="871" y="780"/>
                </a:lnTo>
                <a:lnTo>
                  <a:pt x="870" y="780"/>
                </a:lnTo>
                <a:lnTo>
                  <a:pt x="868" y="781"/>
                </a:lnTo>
                <a:lnTo>
                  <a:pt x="865" y="782"/>
                </a:lnTo>
                <a:lnTo>
                  <a:pt x="863" y="784"/>
                </a:lnTo>
                <a:lnTo>
                  <a:pt x="858" y="786"/>
                </a:lnTo>
                <a:lnTo>
                  <a:pt x="856" y="787"/>
                </a:lnTo>
                <a:lnTo>
                  <a:pt x="852" y="789"/>
                </a:lnTo>
                <a:lnTo>
                  <a:pt x="851" y="790"/>
                </a:lnTo>
                <a:lnTo>
                  <a:pt x="847" y="791"/>
                </a:lnTo>
                <a:lnTo>
                  <a:pt x="834" y="796"/>
                </a:lnTo>
                <a:lnTo>
                  <a:pt x="832" y="796"/>
                </a:lnTo>
                <a:lnTo>
                  <a:pt x="829" y="797"/>
                </a:lnTo>
                <a:lnTo>
                  <a:pt x="823" y="798"/>
                </a:lnTo>
                <a:lnTo>
                  <a:pt x="816" y="801"/>
                </a:lnTo>
                <a:lnTo>
                  <a:pt x="812" y="801"/>
                </a:lnTo>
                <a:lnTo>
                  <a:pt x="803" y="803"/>
                </a:lnTo>
                <a:lnTo>
                  <a:pt x="799" y="803"/>
                </a:lnTo>
                <a:lnTo>
                  <a:pt x="795" y="804"/>
                </a:lnTo>
                <a:lnTo>
                  <a:pt x="792" y="804"/>
                </a:lnTo>
                <a:lnTo>
                  <a:pt x="786" y="806"/>
                </a:lnTo>
                <a:lnTo>
                  <a:pt x="780" y="806"/>
                </a:lnTo>
                <a:lnTo>
                  <a:pt x="772" y="807"/>
                </a:lnTo>
                <a:lnTo>
                  <a:pt x="741" y="808"/>
                </a:lnTo>
                <a:lnTo>
                  <a:pt x="734" y="808"/>
                </a:lnTo>
                <a:lnTo>
                  <a:pt x="728" y="807"/>
                </a:lnTo>
                <a:lnTo>
                  <a:pt x="724" y="807"/>
                </a:lnTo>
                <a:lnTo>
                  <a:pt x="722" y="807"/>
                </a:lnTo>
                <a:lnTo>
                  <a:pt x="718" y="807"/>
                </a:lnTo>
                <a:lnTo>
                  <a:pt x="714" y="807"/>
                </a:lnTo>
                <a:lnTo>
                  <a:pt x="707" y="807"/>
                </a:lnTo>
                <a:lnTo>
                  <a:pt x="701" y="806"/>
                </a:lnTo>
                <a:lnTo>
                  <a:pt x="695" y="806"/>
                </a:lnTo>
                <a:lnTo>
                  <a:pt x="691" y="804"/>
                </a:lnTo>
                <a:lnTo>
                  <a:pt x="687" y="804"/>
                </a:lnTo>
                <a:lnTo>
                  <a:pt x="683" y="803"/>
                </a:lnTo>
                <a:lnTo>
                  <a:pt x="679" y="803"/>
                </a:lnTo>
                <a:lnTo>
                  <a:pt x="676" y="802"/>
                </a:lnTo>
                <a:lnTo>
                  <a:pt x="673" y="802"/>
                </a:lnTo>
                <a:lnTo>
                  <a:pt x="670" y="801"/>
                </a:lnTo>
                <a:lnTo>
                  <a:pt x="667" y="801"/>
                </a:lnTo>
                <a:lnTo>
                  <a:pt x="658" y="798"/>
                </a:lnTo>
                <a:lnTo>
                  <a:pt x="635" y="791"/>
                </a:lnTo>
                <a:lnTo>
                  <a:pt x="632" y="790"/>
                </a:lnTo>
                <a:lnTo>
                  <a:pt x="612" y="779"/>
                </a:lnTo>
                <a:lnTo>
                  <a:pt x="608" y="778"/>
                </a:lnTo>
                <a:lnTo>
                  <a:pt x="607" y="776"/>
                </a:lnTo>
                <a:lnTo>
                  <a:pt x="606" y="775"/>
                </a:lnTo>
                <a:lnTo>
                  <a:pt x="603" y="774"/>
                </a:lnTo>
                <a:lnTo>
                  <a:pt x="602" y="773"/>
                </a:lnTo>
                <a:lnTo>
                  <a:pt x="600" y="772"/>
                </a:lnTo>
                <a:lnTo>
                  <a:pt x="598" y="769"/>
                </a:lnTo>
                <a:lnTo>
                  <a:pt x="596" y="768"/>
                </a:lnTo>
                <a:lnTo>
                  <a:pt x="593" y="765"/>
                </a:lnTo>
                <a:lnTo>
                  <a:pt x="590" y="763"/>
                </a:lnTo>
                <a:lnTo>
                  <a:pt x="584" y="757"/>
                </a:lnTo>
                <a:lnTo>
                  <a:pt x="581" y="756"/>
                </a:lnTo>
                <a:lnTo>
                  <a:pt x="579" y="753"/>
                </a:lnTo>
                <a:lnTo>
                  <a:pt x="573" y="746"/>
                </a:lnTo>
                <a:lnTo>
                  <a:pt x="569" y="742"/>
                </a:lnTo>
                <a:lnTo>
                  <a:pt x="567" y="740"/>
                </a:lnTo>
                <a:lnTo>
                  <a:pt x="566" y="737"/>
                </a:lnTo>
                <a:lnTo>
                  <a:pt x="564" y="736"/>
                </a:lnTo>
                <a:lnTo>
                  <a:pt x="563" y="734"/>
                </a:lnTo>
                <a:lnTo>
                  <a:pt x="562" y="732"/>
                </a:lnTo>
                <a:lnTo>
                  <a:pt x="561" y="731"/>
                </a:lnTo>
                <a:lnTo>
                  <a:pt x="560" y="729"/>
                </a:lnTo>
                <a:lnTo>
                  <a:pt x="558" y="728"/>
                </a:lnTo>
                <a:lnTo>
                  <a:pt x="558" y="725"/>
                </a:lnTo>
                <a:lnTo>
                  <a:pt x="557" y="723"/>
                </a:lnTo>
                <a:lnTo>
                  <a:pt x="555" y="720"/>
                </a:lnTo>
                <a:lnTo>
                  <a:pt x="552" y="717"/>
                </a:lnTo>
                <a:lnTo>
                  <a:pt x="551" y="714"/>
                </a:lnTo>
                <a:lnTo>
                  <a:pt x="550" y="712"/>
                </a:lnTo>
                <a:lnTo>
                  <a:pt x="549" y="709"/>
                </a:lnTo>
                <a:lnTo>
                  <a:pt x="548" y="707"/>
                </a:lnTo>
                <a:lnTo>
                  <a:pt x="548" y="706"/>
                </a:lnTo>
                <a:lnTo>
                  <a:pt x="545" y="702"/>
                </a:lnTo>
                <a:lnTo>
                  <a:pt x="544" y="698"/>
                </a:lnTo>
                <a:lnTo>
                  <a:pt x="543" y="696"/>
                </a:lnTo>
                <a:lnTo>
                  <a:pt x="543" y="695"/>
                </a:lnTo>
                <a:lnTo>
                  <a:pt x="540" y="691"/>
                </a:lnTo>
                <a:lnTo>
                  <a:pt x="540" y="689"/>
                </a:lnTo>
                <a:lnTo>
                  <a:pt x="538" y="682"/>
                </a:lnTo>
                <a:lnTo>
                  <a:pt x="528" y="651"/>
                </a:lnTo>
                <a:lnTo>
                  <a:pt x="528" y="648"/>
                </a:lnTo>
                <a:lnTo>
                  <a:pt x="526" y="638"/>
                </a:lnTo>
                <a:lnTo>
                  <a:pt x="523" y="630"/>
                </a:lnTo>
                <a:lnTo>
                  <a:pt x="523" y="623"/>
                </a:lnTo>
                <a:lnTo>
                  <a:pt x="522" y="619"/>
                </a:lnTo>
                <a:lnTo>
                  <a:pt x="522" y="615"/>
                </a:lnTo>
                <a:lnTo>
                  <a:pt x="521" y="610"/>
                </a:lnTo>
                <a:lnTo>
                  <a:pt x="521" y="606"/>
                </a:lnTo>
                <a:lnTo>
                  <a:pt x="520" y="601"/>
                </a:lnTo>
                <a:lnTo>
                  <a:pt x="520" y="593"/>
                </a:lnTo>
                <a:lnTo>
                  <a:pt x="519" y="587"/>
                </a:lnTo>
                <a:lnTo>
                  <a:pt x="519" y="577"/>
                </a:lnTo>
                <a:lnTo>
                  <a:pt x="519" y="573"/>
                </a:lnTo>
                <a:lnTo>
                  <a:pt x="519" y="566"/>
                </a:lnTo>
                <a:lnTo>
                  <a:pt x="517" y="562"/>
                </a:lnTo>
                <a:lnTo>
                  <a:pt x="517" y="557"/>
                </a:lnTo>
                <a:lnTo>
                  <a:pt x="517" y="546"/>
                </a:lnTo>
                <a:lnTo>
                  <a:pt x="517" y="483"/>
                </a:lnTo>
                <a:lnTo>
                  <a:pt x="517" y="399"/>
                </a:lnTo>
                <a:lnTo>
                  <a:pt x="517" y="387"/>
                </a:lnTo>
                <a:lnTo>
                  <a:pt x="517" y="382"/>
                </a:lnTo>
                <a:lnTo>
                  <a:pt x="517" y="380"/>
                </a:lnTo>
                <a:lnTo>
                  <a:pt x="519" y="377"/>
                </a:lnTo>
                <a:lnTo>
                  <a:pt x="519" y="374"/>
                </a:lnTo>
                <a:lnTo>
                  <a:pt x="519" y="371"/>
                </a:lnTo>
                <a:lnTo>
                  <a:pt x="519" y="368"/>
                </a:lnTo>
                <a:lnTo>
                  <a:pt x="519" y="365"/>
                </a:lnTo>
                <a:lnTo>
                  <a:pt x="519" y="357"/>
                </a:lnTo>
                <a:lnTo>
                  <a:pt x="519" y="350"/>
                </a:lnTo>
                <a:lnTo>
                  <a:pt x="520" y="344"/>
                </a:lnTo>
                <a:lnTo>
                  <a:pt x="521" y="339"/>
                </a:lnTo>
                <a:lnTo>
                  <a:pt x="521" y="335"/>
                </a:lnTo>
                <a:lnTo>
                  <a:pt x="522" y="330"/>
                </a:lnTo>
                <a:lnTo>
                  <a:pt x="522" y="326"/>
                </a:lnTo>
                <a:lnTo>
                  <a:pt x="523" y="318"/>
                </a:lnTo>
                <a:lnTo>
                  <a:pt x="525" y="311"/>
                </a:lnTo>
                <a:lnTo>
                  <a:pt x="526" y="305"/>
                </a:lnTo>
                <a:lnTo>
                  <a:pt x="526" y="303"/>
                </a:lnTo>
                <a:lnTo>
                  <a:pt x="527" y="299"/>
                </a:lnTo>
                <a:lnTo>
                  <a:pt x="527" y="297"/>
                </a:lnTo>
                <a:lnTo>
                  <a:pt x="528" y="296"/>
                </a:lnTo>
                <a:lnTo>
                  <a:pt x="529" y="289"/>
                </a:lnTo>
                <a:lnTo>
                  <a:pt x="531" y="283"/>
                </a:lnTo>
                <a:lnTo>
                  <a:pt x="532" y="282"/>
                </a:lnTo>
                <a:lnTo>
                  <a:pt x="533" y="277"/>
                </a:lnTo>
                <a:lnTo>
                  <a:pt x="533" y="275"/>
                </a:lnTo>
                <a:lnTo>
                  <a:pt x="533" y="274"/>
                </a:lnTo>
                <a:lnTo>
                  <a:pt x="534" y="271"/>
                </a:lnTo>
                <a:lnTo>
                  <a:pt x="534" y="270"/>
                </a:lnTo>
                <a:lnTo>
                  <a:pt x="535" y="267"/>
                </a:lnTo>
                <a:lnTo>
                  <a:pt x="535" y="266"/>
                </a:lnTo>
                <a:lnTo>
                  <a:pt x="537" y="265"/>
                </a:lnTo>
                <a:lnTo>
                  <a:pt x="538" y="261"/>
                </a:lnTo>
                <a:lnTo>
                  <a:pt x="539" y="257"/>
                </a:lnTo>
                <a:lnTo>
                  <a:pt x="540" y="253"/>
                </a:lnTo>
                <a:lnTo>
                  <a:pt x="541" y="250"/>
                </a:lnTo>
                <a:lnTo>
                  <a:pt x="543" y="248"/>
                </a:lnTo>
                <a:lnTo>
                  <a:pt x="544" y="247"/>
                </a:lnTo>
                <a:lnTo>
                  <a:pt x="545" y="244"/>
                </a:lnTo>
                <a:lnTo>
                  <a:pt x="546" y="241"/>
                </a:lnTo>
                <a:lnTo>
                  <a:pt x="548" y="238"/>
                </a:lnTo>
                <a:lnTo>
                  <a:pt x="549" y="236"/>
                </a:lnTo>
                <a:lnTo>
                  <a:pt x="550" y="233"/>
                </a:lnTo>
                <a:lnTo>
                  <a:pt x="551" y="231"/>
                </a:lnTo>
                <a:lnTo>
                  <a:pt x="552" y="228"/>
                </a:lnTo>
                <a:lnTo>
                  <a:pt x="554" y="226"/>
                </a:lnTo>
                <a:lnTo>
                  <a:pt x="555" y="225"/>
                </a:lnTo>
                <a:lnTo>
                  <a:pt x="556" y="222"/>
                </a:lnTo>
                <a:lnTo>
                  <a:pt x="557" y="220"/>
                </a:lnTo>
                <a:lnTo>
                  <a:pt x="560" y="216"/>
                </a:lnTo>
                <a:lnTo>
                  <a:pt x="561" y="215"/>
                </a:lnTo>
                <a:lnTo>
                  <a:pt x="562" y="213"/>
                </a:lnTo>
                <a:lnTo>
                  <a:pt x="562" y="211"/>
                </a:lnTo>
                <a:lnTo>
                  <a:pt x="563" y="209"/>
                </a:lnTo>
                <a:lnTo>
                  <a:pt x="566" y="209"/>
                </a:lnTo>
                <a:lnTo>
                  <a:pt x="567" y="206"/>
                </a:lnTo>
                <a:lnTo>
                  <a:pt x="568" y="204"/>
                </a:lnTo>
                <a:lnTo>
                  <a:pt x="571" y="202"/>
                </a:lnTo>
                <a:lnTo>
                  <a:pt x="573" y="198"/>
                </a:lnTo>
                <a:lnTo>
                  <a:pt x="577" y="194"/>
                </a:lnTo>
                <a:lnTo>
                  <a:pt x="587" y="182"/>
                </a:lnTo>
                <a:lnTo>
                  <a:pt x="592" y="177"/>
                </a:lnTo>
                <a:lnTo>
                  <a:pt x="596" y="174"/>
                </a:lnTo>
                <a:lnTo>
                  <a:pt x="600" y="171"/>
                </a:lnTo>
                <a:lnTo>
                  <a:pt x="602" y="169"/>
                </a:lnTo>
                <a:lnTo>
                  <a:pt x="604" y="167"/>
                </a:lnTo>
                <a:lnTo>
                  <a:pt x="606" y="166"/>
                </a:lnTo>
                <a:lnTo>
                  <a:pt x="608" y="165"/>
                </a:lnTo>
                <a:lnTo>
                  <a:pt x="610" y="164"/>
                </a:lnTo>
                <a:lnTo>
                  <a:pt x="613" y="163"/>
                </a:lnTo>
                <a:lnTo>
                  <a:pt x="614" y="161"/>
                </a:lnTo>
                <a:lnTo>
                  <a:pt x="616" y="160"/>
                </a:lnTo>
                <a:lnTo>
                  <a:pt x="618" y="159"/>
                </a:lnTo>
                <a:lnTo>
                  <a:pt x="620" y="158"/>
                </a:lnTo>
                <a:lnTo>
                  <a:pt x="622" y="156"/>
                </a:lnTo>
                <a:lnTo>
                  <a:pt x="625" y="155"/>
                </a:lnTo>
                <a:lnTo>
                  <a:pt x="627" y="154"/>
                </a:lnTo>
                <a:lnTo>
                  <a:pt x="630" y="153"/>
                </a:lnTo>
                <a:lnTo>
                  <a:pt x="632" y="152"/>
                </a:lnTo>
                <a:lnTo>
                  <a:pt x="636" y="149"/>
                </a:lnTo>
                <a:lnTo>
                  <a:pt x="638" y="149"/>
                </a:lnTo>
                <a:lnTo>
                  <a:pt x="641" y="148"/>
                </a:lnTo>
                <a:lnTo>
                  <a:pt x="642" y="147"/>
                </a:lnTo>
                <a:lnTo>
                  <a:pt x="645" y="145"/>
                </a:lnTo>
                <a:lnTo>
                  <a:pt x="648" y="144"/>
                </a:lnTo>
                <a:lnTo>
                  <a:pt x="653" y="143"/>
                </a:lnTo>
                <a:lnTo>
                  <a:pt x="654" y="142"/>
                </a:lnTo>
                <a:lnTo>
                  <a:pt x="656" y="142"/>
                </a:lnTo>
                <a:lnTo>
                  <a:pt x="658" y="141"/>
                </a:lnTo>
                <a:lnTo>
                  <a:pt x="660" y="141"/>
                </a:lnTo>
                <a:lnTo>
                  <a:pt x="665" y="138"/>
                </a:lnTo>
                <a:lnTo>
                  <a:pt x="667" y="138"/>
                </a:lnTo>
                <a:lnTo>
                  <a:pt x="670" y="137"/>
                </a:lnTo>
                <a:lnTo>
                  <a:pt x="672" y="137"/>
                </a:lnTo>
                <a:lnTo>
                  <a:pt x="674" y="136"/>
                </a:lnTo>
                <a:lnTo>
                  <a:pt x="677" y="136"/>
                </a:lnTo>
                <a:lnTo>
                  <a:pt x="678" y="136"/>
                </a:lnTo>
                <a:lnTo>
                  <a:pt x="682" y="134"/>
                </a:lnTo>
                <a:lnTo>
                  <a:pt x="684" y="134"/>
                </a:lnTo>
                <a:lnTo>
                  <a:pt x="694" y="132"/>
                </a:lnTo>
                <a:lnTo>
                  <a:pt x="697" y="132"/>
                </a:lnTo>
                <a:lnTo>
                  <a:pt x="702" y="131"/>
                </a:lnTo>
                <a:lnTo>
                  <a:pt x="707" y="131"/>
                </a:lnTo>
                <a:lnTo>
                  <a:pt x="712" y="130"/>
                </a:lnTo>
                <a:lnTo>
                  <a:pt x="719" y="130"/>
                </a:lnTo>
                <a:lnTo>
                  <a:pt x="722" y="128"/>
                </a:lnTo>
                <a:lnTo>
                  <a:pt x="725" y="128"/>
                </a:lnTo>
                <a:lnTo>
                  <a:pt x="728" y="128"/>
                </a:lnTo>
                <a:lnTo>
                  <a:pt x="729" y="128"/>
                </a:lnTo>
                <a:close/>
                <a:moveTo>
                  <a:pt x="3013" y="127"/>
                </a:moveTo>
                <a:lnTo>
                  <a:pt x="3013" y="309"/>
                </a:lnTo>
                <a:lnTo>
                  <a:pt x="3034" y="309"/>
                </a:lnTo>
                <a:lnTo>
                  <a:pt x="3041" y="309"/>
                </a:lnTo>
                <a:lnTo>
                  <a:pt x="3046" y="308"/>
                </a:lnTo>
                <a:lnTo>
                  <a:pt x="3051" y="308"/>
                </a:lnTo>
                <a:lnTo>
                  <a:pt x="3054" y="308"/>
                </a:lnTo>
                <a:lnTo>
                  <a:pt x="3057" y="307"/>
                </a:lnTo>
                <a:lnTo>
                  <a:pt x="3058" y="307"/>
                </a:lnTo>
                <a:lnTo>
                  <a:pt x="3060" y="305"/>
                </a:lnTo>
                <a:lnTo>
                  <a:pt x="3062" y="305"/>
                </a:lnTo>
                <a:lnTo>
                  <a:pt x="3064" y="304"/>
                </a:lnTo>
                <a:lnTo>
                  <a:pt x="3068" y="303"/>
                </a:lnTo>
                <a:lnTo>
                  <a:pt x="3071" y="300"/>
                </a:lnTo>
                <a:lnTo>
                  <a:pt x="3074" y="299"/>
                </a:lnTo>
                <a:lnTo>
                  <a:pt x="3075" y="297"/>
                </a:lnTo>
                <a:lnTo>
                  <a:pt x="3077" y="296"/>
                </a:lnTo>
                <a:lnTo>
                  <a:pt x="3080" y="294"/>
                </a:lnTo>
                <a:lnTo>
                  <a:pt x="3082" y="292"/>
                </a:lnTo>
                <a:lnTo>
                  <a:pt x="3085" y="288"/>
                </a:lnTo>
                <a:lnTo>
                  <a:pt x="3086" y="287"/>
                </a:lnTo>
                <a:lnTo>
                  <a:pt x="3087" y="285"/>
                </a:lnTo>
                <a:lnTo>
                  <a:pt x="3088" y="282"/>
                </a:lnTo>
                <a:lnTo>
                  <a:pt x="3091" y="277"/>
                </a:lnTo>
                <a:lnTo>
                  <a:pt x="3092" y="274"/>
                </a:lnTo>
                <a:lnTo>
                  <a:pt x="3094" y="266"/>
                </a:lnTo>
                <a:lnTo>
                  <a:pt x="3094" y="261"/>
                </a:lnTo>
                <a:lnTo>
                  <a:pt x="3094" y="258"/>
                </a:lnTo>
                <a:lnTo>
                  <a:pt x="3095" y="239"/>
                </a:lnTo>
                <a:lnTo>
                  <a:pt x="3095" y="210"/>
                </a:lnTo>
                <a:lnTo>
                  <a:pt x="3095" y="177"/>
                </a:lnTo>
                <a:lnTo>
                  <a:pt x="3094" y="172"/>
                </a:lnTo>
                <a:lnTo>
                  <a:pt x="3093" y="166"/>
                </a:lnTo>
                <a:lnTo>
                  <a:pt x="3093" y="165"/>
                </a:lnTo>
                <a:lnTo>
                  <a:pt x="3092" y="164"/>
                </a:lnTo>
                <a:lnTo>
                  <a:pt x="3092" y="161"/>
                </a:lnTo>
                <a:lnTo>
                  <a:pt x="3091" y="160"/>
                </a:lnTo>
                <a:lnTo>
                  <a:pt x="3089" y="156"/>
                </a:lnTo>
                <a:lnTo>
                  <a:pt x="3087" y="152"/>
                </a:lnTo>
                <a:lnTo>
                  <a:pt x="3086" y="150"/>
                </a:lnTo>
                <a:lnTo>
                  <a:pt x="3085" y="148"/>
                </a:lnTo>
                <a:lnTo>
                  <a:pt x="3082" y="147"/>
                </a:lnTo>
                <a:lnTo>
                  <a:pt x="3079" y="142"/>
                </a:lnTo>
                <a:lnTo>
                  <a:pt x="3076" y="141"/>
                </a:lnTo>
                <a:lnTo>
                  <a:pt x="3075" y="138"/>
                </a:lnTo>
                <a:lnTo>
                  <a:pt x="3073" y="137"/>
                </a:lnTo>
                <a:lnTo>
                  <a:pt x="3071" y="136"/>
                </a:lnTo>
                <a:lnTo>
                  <a:pt x="3068" y="134"/>
                </a:lnTo>
                <a:lnTo>
                  <a:pt x="3064" y="133"/>
                </a:lnTo>
                <a:lnTo>
                  <a:pt x="3062" y="132"/>
                </a:lnTo>
                <a:lnTo>
                  <a:pt x="3047" y="127"/>
                </a:lnTo>
                <a:lnTo>
                  <a:pt x="3013" y="127"/>
                </a:lnTo>
                <a:close/>
                <a:moveTo>
                  <a:pt x="205" y="127"/>
                </a:moveTo>
                <a:lnTo>
                  <a:pt x="205" y="355"/>
                </a:lnTo>
                <a:lnTo>
                  <a:pt x="225" y="355"/>
                </a:lnTo>
                <a:lnTo>
                  <a:pt x="233" y="354"/>
                </a:lnTo>
                <a:lnTo>
                  <a:pt x="241" y="353"/>
                </a:lnTo>
                <a:lnTo>
                  <a:pt x="247" y="352"/>
                </a:lnTo>
                <a:lnTo>
                  <a:pt x="249" y="350"/>
                </a:lnTo>
                <a:lnTo>
                  <a:pt x="250" y="349"/>
                </a:lnTo>
                <a:lnTo>
                  <a:pt x="253" y="348"/>
                </a:lnTo>
                <a:lnTo>
                  <a:pt x="256" y="347"/>
                </a:lnTo>
                <a:lnTo>
                  <a:pt x="257" y="346"/>
                </a:lnTo>
                <a:lnTo>
                  <a:pt x="259" y="344"/>
                </a:lnTo>
                <a:lnTo>
                  <a:pt x="261" y="342"/>
                </a:lnTo>
                <a:lnTo>
                  <a:pt x="265" y="338"/>
                </a:lnTo>
                <a:lnTo>
                  <a:pt x="268" y="336"/>
                </a:lnTo>
                <a:lnTo>
                  <a:pt x="271" y="333"/>
                </a:lnTo>
                <a:lnTo>
                  <a:pt x="272" y="331"/>
                </a:lnTo>
                <a:lnTo>
                  <a:pt x="273" y="329"/>
                </a:lnTo>
                <a:lnTo>
                  <a:pt x="273" y="326"/>
                </a:lnTo>
                <a:lnTo>
                  <a:pt x="274" y="325"/>
                </a:lnTo>
                <a:lnTo>
                  <a:pt x="276" y="322"/>
                </a:lnTo>
                <a:lnTo>
                  <a:pt x="277" y="320"/>
                </a:lnTo>
                <a:lnTo>
                  <a:pt x="279" y="316"/>
                </a:lnTo>
                <a:lnTo>
                  <a:pt x="280" y="313"/>
                </a:lnTo>
                <a:lnTo>
                  <a:pt x="283" y="307"/>
                </a:lnTo>
                <a:lnTo>
                  <a:pt x="283" y="304"/>
                </a:lnTo>
                <a:lnTo>
                  <a:pt x="284" y="302"/>
                </a:lnTo>
                <a:lnTo>
                  <a:pt x="285" y="297"/>
                </a:lnTo>
                <a:lnTo>
                  <a:pt x="286" y="285"/>
                </a:lnTo>
                <a:lnTo>
                  <a:pt x="286" y="276"/>
                </a:lnTo>
                <a:lnTo>
                  <a:pt x="288" y="274"/>
                </a:lnTo>
                <a:lnTo>
                  <a:pt x="288" y="270"/>
                </a:lnTo>
                <a:lnTo>
                  <a:pt x="288" y="263"/>
                </a:lnTo>
                <a:lnTo>
                  <a:pt x="288" y="237"/>
                </a:lnTo>
                <a:lnTo>
                  <a:pt x="288" y="203"/>
                </a:lnTo>
                <a:lnTo>
                  <a:pt x="286" y="197"/>
                </a:lnTo>
                <a:lnTo>
                  <a:pt x="286" y="188"/>
                </a:lnTo>
                <a:lnTo>
                  <a:pt x="286" y="183"/>
                </a:lnTo>
                <a:lnTo>
                  <a:pt x="285" y="180"/>
                </a:lnTo>
                <a:lnTo>
                  <a:pt x="285" y="177"/>
                </a:lnTo>
                <a:lnTo>
                  <a:pt x="284" y="175"/>
                </a:lnTo>
                <a:lnTo>
                  <a:pt x="284" y="172"/>
                </a:lnTo>
                <a:lnTo>
                  <a:pt x="283" y="167"/>
                </a:lnTo>
                <a:lnTo>
                  <a:pt x="282" y="166"/>
                </a:lnTo>
                <a:lnTo>
                  <a:pt x="282" y="165"/>
                </a:lnTo>
                <a:lnTo>
                  <a:pt x="280" y="163"/>
                </a:lnTo>
                <a:lnTo>
                  <a:pt x="279" y="160"/>
                </a:lnTo>
                <a:lnTo>
                  <a:pt x="279" y="159"/>
                </a:lnTo>
                <a:lnTo>
                  <a:pt x="278" y="156"/>
                </a:lnTo>
                <a:lnTo>
                  <a:pt x="277" y="154"/>
                </a:lnTo>
                <a:lnTo>
                  <a:pt x="274" y="150"/>
                </a:lnTo>
                <a:lnTo>
                  <a:pt x="273" y="149"/>
                </a:lnTo>
                <a:lnTo>
                  <a:pt x="272" y="148"/>
                </a:lnTo>
                <a:lnTo>
                  <a:pt x="270" y="145"/>
                </a:lnTo>
                <a:lnTo>
                  <a:pt x="267" y="142"/>
                </a:lnTo>
                <a:lnTo>
                  <a:pt x="265" y="141"/>
                </a:lnTo>
                <a:lnTo>
                  <a:pt x="263" y="138"/>
                </a:lnTo>
                <a:lnTo>
                  <a:pt x="261" y="137"/>
                </a:lnTo>
                <a:lnTo>
                  <a:pt x="259" y="136"/>
                </a:lnTo>
                <a:lnTo>
                  <a:pt x="256" y="134"/>
                </a:lnTo>
                <a:lnTo>
                  <a:pt x="254" y="133"/>
                </a:lnTo>
                <a:lnTo>
                  <a:pt x="251" y="132"/>
                </a:lnTo>
                <a:lnTo>
                  <a:pt x="244" y="130"/>
                </a:lnTo>
                <a:lnTo>
                  <a:pt x="241" y="128"/>
                </a:lnTo>
                <a:lnTo>
                  <a:pt x="236" y="128"/>
                </a:lnTo>
                <a:lnTo>
                  <a:pt x="226" y="127"/>
                </a:lnTo>
                <a:lnTo>
                  <a:pt x="205" y="127"/>
                </a:lnTo>
                <a:close/>
                <a:moveTo>
                  <a:pt x="5445" y="126"/>
                </a:moveTo>
                <a:lnTo>
                  <a:pt x="5444" y="322"/>
                </a:lnTo>
                <a:lnTo>
                  <a:pt x="5434" y="322"/>
                </a:lnTo>
                <a:lnTo>
                  <a:pt x="5426" y="324"/>
                </a:lnTo>
                <a:lnTo>
                  <a:pt x="5419" y="325"/>
                </a:lnTo>
                <a:lnTo>
                  <a:pt x="5411" y="326"/>
                </a:lnTo>
                <a:lnTo>
                  <a:pt x="5408" y="326"/>
                </a:lnTo>
                <a:lnTo>
                  <a:pt x="5407" y="327"/>
                </a:lnTo>
                <a:lnTo>
                  <a:pt x="5404" y="327"/>
                </a:lnTo>
                <a:lnTo>
                  <a:pt x="5402" y="329"/>
                </a:lnTo>
                <a:lnTo>
                  <a:pt x="5399" y="329"/>
                </a:lnTo>
                <a:lnTo>
                  <a:pt x="5397" y="330"/>
                </a:lnTo>
                <a:lnTo>
                  <a:pt x="5394" y="330"/>
                </a:lnTo>
                <a:lnTo>
                  <a:pt x="5393" y="331"/>
                </a:lnTo>
                <a:lnTo>
                  <a:pt x="5392" y="331"/>
                </a:lnTo>
                <a:lnTo>
                  <a:pt x="5390" y="332"/>
                </a:lnTo>
                <a:lnTo>
                  <a:pt x="5388" y="332"/>
                </a:lnTo>
                <a:lnTo>
                  <a:pt x="5385" y="333"/>
                </a:lnTo>
                <a:lnTo>
                  <a:pt x="5380" y="336"/>
                </a:lnTo>
                <a:lnTo>
                  <a:pt x="5378" y="337"/>
                </a:lnTo>
                <a:lnTo>
                  <a:pt x="5374" y="338"/>
                </a:lnTo>
                <a:lnTo>
                  <a:pt x="5371" y="339"/>
                </a:lnTo>
                <a:lnTo>
                  <a:pt x="5369" y="341"/>
                </a:lnTo>
                <a:lnTo>
                  <a:pt x="5365" y="342"/>
                </a:lnTo>
                <a:lnTo>
                  <a:pt x="5363" y="343"/>
                </a:lnTo>
                <a:lnTo>
                  <a:pt x="5361" y="344"/>
                </a:lnTo>
                <a:lnTo>
                  <a:pt x="5358" y="346"/>
                </a:lnTo>
                <a:lnTo>
                  <a:pt x="5355" y="348"/>
                </a:lnTo>
                <a:lnTo>
                  <a:pt x="5351" y="349"/>
                </a:lnTo>
                <a:lnTo>
                  <a:pt x="5350" y="350"/>
                </a:lnTo>
                <a:lnTo>
                  <a:pt x="5347" y="353"/>
                </a:lnTo>
                <a:lnTo>
                  <a:pt x="5345" y="354"/>
                </a:lnTo>
                <a:lnTo>
                  <a:pt x="5344" y="355"/>
                </a:lnTo>
                <a:lnTo>
                  <a:pt x="5342" y="357"/>
                </a:lnTo>
                <a:lnTo>
                  <a:pt x="5340" y="358"/>
                </a:lnTo>
                <a:lnTo>
                  <a:pt x="5339" y="358"/>
                </a:lnTo>
                <a:lnTo>
                  <a:pt x="5338" y="360"/>
                </a:lnTo>
                <a:lnTo>
                  <a:pt x="5334" y="363"/>
                </a:lnTo>
                <a:lnTo>
                  <a:pt x="5329" y="368"/>
                </a:lnTo>
                <a:lnTo>
                  <a:pt x="5329" y="793"/>
                </a:lnTo>
                <a:lnTo>
                  <a:pt x="5324" y="793"/>
                </a:lnTo>
                <a:lnTo>
                  <a:pt x="5320" y="793"/>
                </a:lnTo>
                <a:lnTo>
                  <a:pt x="5310" y="793"/>
                </a:lnTo>
                <a:lnTo>
                  <a:pt x="5271" y="793"/>
                </a:lnTo>
                <a:lnTo>
                  <a:pt x="5136" y="793"/>
                </a:lnTo>
                <a:lnTo>
                  <a:pt x="5136" y="790"/>
                </a:lnTo>
                <a:lnTo>
                  <a:pt x="5136" y="785"/>
                </a:lnTo>
                <a:lnTo>
                  <a:pt x="5136" y="775"/>
                </a:lnTo>
                <a:lnTo>
                  <a:pt x="5136" y="735"/>
                </a:lnTo>
                <a:lnTo>
                  <a:pt x="5136" y="599"/>
                </a:lnTo>
                <a:lnTo>
                  <a:pt x="5136" y="142"/>
                </a:lnTo>
                <a:lnTo>
                  <a:pt x="5309" y="142"/>
                </a:lnTo>
                <a:lnTo>
                  <a:pt x="5310" y="147"/>
                </a:lnTo>
                <a:lnTo>
                  <a:pt x="5311" y="150"/>
                </a:lnTo>
                <a:lnTo>
                  <a:pt x="5311" y="153"/>
                </a:lnTo>
                <a:lnTo>
                  <a:pt x="5311" y="155"/>
                </a:lnTo>
                <a:lnTo>
                  <a:pt x="5312" y="159"/>
                </a:lnTo>
                <a:lnTo>
                  <a:pt x="5312" y="161"/>
                </a:lnTo>
                <a:lnTo>
                  <a:pt x="5313" y="164"/>
                </a:lnTo>
                <a:lnTo>
                  <a:pt x="5316" y="174"/>
                </a:lnTo>
                <a:lnTo>
                  <a:pt x="5322" y="203"/>
                </a:lnTo>
                <a:lnTo>
                  <a:pt x="5324" y="202"/>
                </a:lnTo>
                <a:lnTo>
                  <a:pt x="5327" y="199"/>
                </a:lnTo>
                <a:lnTo>
                  <a:pt x="5329" y="195"/>
                </a:lnTo>
                <a:lnTo>
                  <a:pt x="5340" y="186"/>
                </a:lnTo>
                <a:lnTo>
                  <a:pt x="5345" y="180"/>
                </a:lnTo>
                <a:lnTo>
                  <a:pt x="5349" y="176"/>
                </a:lnTo>
                <a:lnTo>
                  <a:pt x="5352" y="174"/>
                </a:lnTo>
                <a:lnTo>
                  <a:pt x="5356" y="171"/>
                </a:lnTo>
                <a:lnTo>
                  <a:pt x="5358" y="169"/>
                </a:lnTo>
                <a:lnTo>
                  <a:pt x="5361" y="166"/>
                </a:lnTo>
                <a:lnTo>
                  <a:pt x="5363" y="165"/>
                </a:lnTo>
                <a:lnTo>
                  <a:pt x="5365" y="164"/>
                </a:lnTo>
                <a:lnTo>
                  <a:pt x="5367" y="163"/>
                </a:lnTo>
                <a:lnTo>
                  <a:pt x="5369" y="160"/>
                </a:lnTo>
                <a:lnTo>
                  <a:pt x="5371" y="159"/>
                </a:lnTo>
                <a:lnTo>
                  <a:pt x="5373" y="158"/>
                </a:lnTo>
                <a:lnTo>
                  <a:pt x="5375" y="156"/>
                </a:lnTo>
                <a:lnTo>
                  <a:pt x="5376" y="155"/>
                </a:lnTo>
                <a:lnTo>
                  <a:pt x="5378" y="154"/>
                </a:lnTo>
                <a:lnTo>
                  <a:pt x="5380" y="154"/>
                </a:lnTo>
                <a:lnTo>
                  <a:pt x="5384" y="152"/>
                </a:lnTo>
                <a:lnTo>
                  <a:pt x="5386" y="150"/>
                </a:lnTo>
                <a:lnTo>
                  <a:pt x="5388" y="149"/>
                </a:lnTo>
                <a:lnTo>
                  <a:pt x="5391" y="148"/>
                </a:lnTo>
                <a:lnTo>
                  <a:pt x="5392" y="147"/>
                </a:lnTo>
                <a:lnTo>
                  <a:pt x="5394" y="145"/>
                </a:lnTo>
                <a:lnTo>
                  <a:pt x="5397" y="144"/>
                </a:lnTo>
                <a:lnTo>
                  <a:pt x="5399" y="143"/>
                </a:lnTo>
                <a:lnTo>
                  <a:pt x="5404" y="141"/>
                </a:lnTo>
                <a:lnTo>
                  <a:pt x="5407" y="139"/>
                </a:lnTo>
                <a:lnTo>
                  <a:pt x="5409" y="138"/>
                </a:lnTo>
                <a:lnTo>
                  <a:pt x="5410" y="138"/>
                </a:lnTo>
                <a:lnTo>
                  <a:pt x="5413" y="137"/>
                </a:lnTo>
                <a:lnTo>
                  <a:pt x="5415" y="136"/>
                </a:lnTo>
                <a:lnTo>
                  <a:pt x="5417" y="136"/>
                </a:lnTo>
                <a:lnTo>
                  <a:pt x="5422" y="133"/>
                </a:lnTo>
                <a:lnTo>
                  <a:pt x="5428" y="131"/>
                </a:lnTo>
                <a:lnTo>
                  <a:pt x="5437" y="128"/>
                </a:lnTo>
                <a:lnTo>
                  <a:pt x="5445" y="126"/>
                </a:lnTo>
                <a:close/>
                <a:moveTo>
                  <a:pt x="4119" y="126"/>
                </a:moveTo>
                <a:lnTo>
                  <a:pt x="4119" y="225"/>
                </a:lnTo>
                <a:lnTo>
                  <a:pt x="4118" y="322"/>
                </a:lnTo>
                <a:lnTo>
                  <a:pt x="4111" y="322"/>
                </a:lnTo>
                <a:lnTo>
                  <a:pt x="4104" y="324"/>
                </a:lnTo>
                <a:lnTo>
                  <a:pt x="4098" y="324"/>
                </a:lnTo>
                <a:lnTo>
                  <a:pt x="4091" y="326"/>
                </a:lnTo>
                <a:lnTo>
                  <a:pt x="4085" y="326"/>
                </a:lnTo>
                <a:lnTo>
                  <a:pt x="4083" y="326"/>
                </a:lnTo>
                <a:lnTo>
                  <a:pt x="4081" y="327"/>
                </a:lnTo>
                <a:lnTo>
                  <a:pt x="4078" y="327"/>
                </a:lnTo>
                <a:lnTo>
                  <a:pt x="4076" y="329"/>
                </a:lnTo>
                <a:lnTo>
                  <a:pt x="4073" y="329"/>
                </a:lnTo>
                <a:lnTo>
                  <a:pt x="4072" y="330"/>
                </a:lnTo>
                <a:lnTo>
                  <a:pt x="4066" y="331"/>
                </a:lnTo>
                <a:lnTo>
                  <a:pt x="4064" y="332"/>
                </a:lnTo>
                <a:lnTo>
                  <a:pt x="4062" y="332"/>
                </a:lnTo>
                <a:lnTo>
                  <a:pt x="4060" y="333"/>
                </a:lnTo>
                <a:lnTo>
                  <a:pt x="4056" y="335"/>
                </a:lnTo>
                <a:lnTo>
                  <a:pt x="4053" y="336"/>
                </a:lnTo>
                <a:lnTo>
                  <a:pt x="4050" y="337"/>
                </a:lnTo>
                <a:lnTo>
                  <a:pt x="4047" y="338"/>
                </a:lnTo>
                <a:lnTo>
                  <a:pt x="4043" y="341"/>
                </a:lnTo>
                <a:lnTo>
                  <a:pt x="4042" y="341"/>
                </a:lnTo>
                <a:lnTo>
                  <a:pt x="4036" y="343"/>
                </a:lnTo>
                <a:lnTo>
                  <a:pt x="4035" y="344"/>
                </a:lnTo>
                <a:lnTo>
                  <a:pt x="4032" y="346"/>
                </a:lnTo>
                <a:lnTo>
                  <a:pt x="4030" y="347"/>
                </a:lnTo>
                <a:lnTo>
                  <a:pt x="4027" y="349"/>
                </a:lnTo>
                <a:lnTo>
                  <a:pt x="4024" y="350"/>
                </a:lnTo>
                <a:lnTo>
                  <a:pt x="4023" y="352"/>
                </a:lnTo>
                <a:lnTo>
                  <a:pt x="4020" y="353"/>
                </a:lnTo>
                <a:lnTo>
                  <a:pt x="4019" y="354"/>
                </a:lnTo>
                <a:lnTo>
                  <a:pt x="4017" y="355"/>
                </a:lnTo>
                <a:lnTo>
                  <a:pt x="4015" y="357"/>
                </a:lnTo>
                <a:lnTo>
                  <a:pt x="4014" y="359"/>
                </a:lnTo>
                <a:lnTo>
                  <a:pt x="4010" y="361"/>
                </a:lnTo>
                <a:lnTo>
                  <a:pt x="4007" y="364"/>
                </a:lnTo>
                <a:lnTo>
                  <a:pt x="4003" y="368"/>
                </a:lnTo>
                <a:lnTo>
                  <a:pt x="4003" y="793"/>
                </a:lnTo>
                <a:lnTo>
                  <a:pt x="3811" y="793"/>
                </a:lnTo>
                <a:lnTo>
                  <a:pt x="3811" y="142"/>
                </a:lnTo>
                <a:lnTo>
                  <a:pt x="3984" y="142"/>
                </a:lnTo>
                <a:lnTo>
                  <a:pt x="3997" y="203"/>
                </a:lnTo>
                <a:lnTo>
                  <a:pt x="4001" y="198"/>
                </a:lnTo>
                <a:lnTo>
                  <a:pt x="4002" y="197"/>
                </a:lnTo>
                <a:lnTo>
                  <a:pt x="4008" y="192"/>
                </a:lnTo>
                <a:lnTo>
                  <a:pt x="4015" y="185"/>
                </a:lnTo>
                <a:lnTo>
                  <a:pt x="4019" y="181"/>
                </a:lnTo>
                <a:lnTo>
                  <a:pt x="4024" y="177"/>
                </a:lnTo>
                <a:lnTo>
                  <a:pt x="4026" y="175"/>
                </a:lnTo>
                <a:lnTo>
                  <a:pt x="4029" y="171"/>
                </a:lnTo>
                <a:lnTo>
                  <a:pt x="4032" y="169"/>
                </a:lnTo>
                <a:lnTo>
                  <a:pt x="4035" y="167"/>
                </a:lnTo>
                <a:lnTo>
                  <a:pt x="4037" y="165"/>
                </a:lnTo>
                <a:lnTo>
                  <a:pt x="4039" y="164"/>
                </a:lnTo>
                <a:lnTo>
                  <a:pt x="4042" y="163"/>
                </a:lnTo>
                <a:lnTo>
                  <a:pt x="4043" y="161"/>
                </a:lnTo>
                <a:lnTo>
                  <a:pt x="4044" y="160"/>
                </a:lnTo>
                <a:lnTo>
                  <a:pt x="4047" y="159"/>
                </a:lnTo>
                <a:lnTo>
                  <a:pt x="4048" y="158"/>
                </a:lnTo>
                <a:lnTo>
                  <a:pt x="4050" y="156"/>
                </a:lnTo>
                <a:lnTo>
                  <a:pt x="4052" y="155"/>
                </a:lnTo>
                <a:lnTo>
                  <a:pt x="4054" y="154"/>
                </a:lnTo>
                <a:lnTo>
                  <a:pt x="4056" y="153"/>
                </a:lnTo>
                <a:lnTo>
                  <a:pt x="4059" y="152"/>
                </a:lnTo>
                <a:lnTo>
                  <a:pt x="4062" y="149"/>
                </a:lnTo>
                <a:lnTo>
                  <a:pt x="4065" y="148"/>
                </a:lnTo>
                <a:lnTo>
                  <a:pt x="4067" y="147"/>
                </a:lnTo>
                <a:lnTo>
                  <a:pt x="4071" y="145"/>
                </a:lnTo>
                <a:lnTo>
                  <a:pt x="4076" y="142"/>
                </a:lnTo>
                <a:lnTo>
                  <a:pt x="4078" y="141"/>
                </a:lnTo>
                <a:lnTo>
                  <a:pt x="4082" y="139"/>
                </a:lnTo>
                <a:lnTo>
                  <a:pt x="4084" y="138"/>
                </a:lnTo>
                <a:lnTo>
                  <a:pt x="4087" y="137"/>
                </a:lnTo>
                <a:lnTo>
                  <a:pt x="4088" y="137"/>
                </a:lnTo>
                <a:lnTo>
                  <a:pt x="4090" y="136"/>
                </a:lnTo>
                <a:lnTo>
                  <a:pt x="4094" y="134"/>
                </a:lnTo>
                <a:lnTo>
                  <a:pt x="4099" y="133"/>
                </a:lnTo>
                <a:lnTo>
                  <a:pt x="4119" y="126"/>
                </a:lnTo>
                <a:close/>
                <a:moveTo>
                  <a:pt x="2826" y="0"/>
                </a:moveTo>
                <a:lnTo>
                  <a:pt x="3035" y="0"/>
                </a:lnTo>
                <a:lnTo>
                  <a:pt x="3080" y="0"/>
                </a:lnTo>
                <a:lnTo>
                  <a:pt x="3092" y="0"/>
                </a:lnTo>
                <a:lnTo>
                  <a:pt x="3097" y="0"/>
                </a:lnTo>
                <a:lnTo>
                  <a:pt x="3100" y="0"/>
                </a:lnTo>
                <a:lnTo>
                  <a:pt x="3102" y="1"/>
                </a:lnTo>
                <a:lnTo>
                  <a:pt x="3111" y="1"/>
                </a:lnTo>
                <a:lnTo>
                  <a:pt x="3116" y="1"/>
                </a:lnTo>
                <a:lnTo>
                  <a:pt x="3122" y="3"/>
                </a:lnTo>
                <a:lnTo>
                  <a:pt x="3127" y="3"/>
                </a:lnTo>
                <a:lnTo>
                  <a:pt x="3129" y="4"/>
                </a:lnTo>
                <a:lnTo>
                  <a:pt x="3133" y="4"/>
                </a:lnTo>
                <a:lnTo>
                  <a:pt x="3137" y="4"/>
                </a:lnTo>
                <a:lnTo>
                  <a:pt x="3140" y="5"/>
                </a:lnTo>
                <a:lnTo>
                  <a:pt x="3143" y="5"/>
                </a:lnTo>
                <a:lnTo>
                  <a:pt x="3145" y="6"/>
                </a:lnTo>
                <a:lnTo>
                  <a:pt x="3147" y="6"/>
                </a:lnTo>
                <a:lnTo>
                  <a:pt x="3152" y="8"/>
                </a:lnTo>
                <a:lnTo>
                  <a:pt x="3157" y="9"/>
                </a:lnTo>
                <a:lnTo>
                  <a:pt x="3158" y="10"/>
                </a:lnTo>
                <a:lnTo>
                  <a:pt x="3161" y="10"/>
                </a:lnTo>
                <a:lnTo>
                  <a:pt x="3175" y="16"/>
                </a:lnTo>
                <a:lnTo>
                  <a:pt x="3183" y="19"/>
                </a:lnTo>
                <a:lnTo>
                  <a:pt x="3189" y="22"/>
                </a:lnTo>
                <a:lnTo>
                  <a:pt x="3191" y="23"/>
                </a:lnTo>
                <a:lnTo>
                  <a:pt x="3193" y="25"/>
                </a:lnTo>
                <a:lnTo>
                  <a:pt x="3196" y="26"/>
                </a:lnTo>
                <a:lnTo>
                  <a:pt x="3199" y="27"/>
                </a:lnTo>
                <a:lnTo>
                  <a:pt x="3201" y="28"/>
                </a:lnTo>
                <a:lnTo>
                  <a:pt x="3202" y="30"/>
                </a:lnTo>
                <a:lnTo>
                  <a:pt x="3204" y="31"/>
                </a:lnTo>
                <a:lnTo>
                  <a:pt x="3205" y="32"/>
                </a:lnTo>
                <a:lnTo>
                  <a:pt x="3208" y="33"/>
                </a:lnTo>
                <a:lnTo>
                  <a:pt x="3209" y="34"/>
                </a:lnTo>
                <a:lnTo>
                  <a:pt x="3210" y="36"/>
                </a:lnTo>
                <a:lnTo>
                  <a:pt x="3214" y="38"/>
                </a:lnTo>
                <a:lnTo>
                  <a:pt x="3216" y="42"/>
                </a:lnTo>
                <a:lnTo>
                  <a:pt x="3226" y="49"/>
                </a:lnTo>
                <a:lnTo>
                  <a:pt x="3232" y="55"/>
                </a:lnTo>
                <a:lnTo>
                  <a:pt x="3234" y="59"/>
                </a:lnTo>
                <a:lnTo>
                  <a:pt x="3237" y="61"/>
                </a:lnTo>
                <a:lnTo>
                  <a:pt x="3238" y="64"/>
                </a:lnTo>
                <a:lnTo>
                  <a:pt x="3239" y="65"/>
                </a:lnTo>
                <a:lnTo>
                  <a:pt x="3241" y="67"/>
                </a:lnTo>
                <a:lnTo>
                  <a:pt x="3242" y="69"/>
                </a:lnTo>
                <a:lnTo>
                  <a:pt x="3243" y="71"/>
                </a:lnTo>
                <a:lnTo>
                  <a:pt x="3244" y="73"/>
                </a:lnTo>
                <a:lnTo>
                  <a:pt x="3255" y="94"/>
                </a:lnTo>
                <a:lnTo>
                  <a:pt x="3256" y="98"/>
                </a:lnTo>
                <a:lnTo>
                  <a:pt x="3259" y="106"/>
                </a:lnTo>
                <a:lnTo>
                  <a:pt x="3262" y="115"/>
                </a:lnTo>
                <a:lnTo>
                  <a:pt x="3263" y="125"/>
                </a:lnTo>
                <a:lnTo>
                  <a:pt x="3266" y="134"/>
                </a:lnTo>
                <a:lnTo>
                  <a:pt x="3267" y="145"/>
                </a:lnTo>
                <a:lnTo>
                  <a:pt x="3267" y="155"/>
                </a:lnTo>
                <a:lnTo>
                  <a:pt x="3268" y="180"/>
                </a:lnTo>
                <a:lnTo>
                  <a:pt x="3267" y="213"/>
                </a:lnTo>
                <a:lnTo>
                  <a:pt x="3267" y="219"/>
                </a:lnTo>
                <a:lnTo>
                  <a:pt x="3266" y="224"/>
                </a:lnTo>
                <a:lnTo>
                  <a:pt x="3266" y="227"/>
                </a:lnTo>
                <a:lnTo>
                  <a:pt x="3263" y="237"/>
                </a:lnTo>
                <a:lnTo>
                  <a:pt x="3262" y="243"/>
                </a:lnTo>
                <a:lnTo>
                  <a:pt x="3262" y="246"/>
                </a:lnTo>
                <a:lnTo>
                  <a:pt x="3261" y="248"/>
                </a:lnTo>
                <a:lnTo>
                  <a:pt x="3261" y="250"/>
                </a:lnTo>
                <a:lnTo>
                  <a:pt x="3260" y="253"/>
                </a:lnTo>
                <a:lnTo>
                  <a:pt x="3260" y="254"/>
                </a:lnTo>
                <a:lnTo>
                  <a:pt x="3260" y="257"/>
                </a:lnTo>
                <a:lnTo>
                  <a:pt x="3259" y="258"/>
                </a:lnTo>
                <a:lnTo>
                  <a:pt x="3259" y="260"/>
                </a:lnTo>
                <a:lnTo>
                  <a:pt x="3256" y="266"/>
                </a:lnTo>
                <a:lnTo>
                  <a:pt x="3255" y="270"/>
                </a:lnTo>
                <a:lnTo>
                  <a:pt x="3254" y="272"/>
                </a:lnTo>
                <a:lnTo>
                  <a:pt x="3253" y="275"/>
                </a:lnTo>
                <a:lnTo>
                  <a:pt x="3251" y="277"/>
                </a:lnTo>
                <a:lnTo>
                  <a:pt x="3251" y="280"/>
                </a:lnTo>
                <a:lnTo>
                  <a:pt x="3249" y="282"/>
                </a:lnTo>
                <a:lnTo>
                  <a:pt x="3248" y="285"/>
                </a:lnTo>
                <a:lnTo>
                  <a:pt x="3247" y="287"/>
                </a:lnTo>
                <a:lnTo>
                  <a:pt x="3245" y="289"/>
                </a:lnTo>
                <a:lnTo>
                  <a:pt x="3245" y="292"/>
                </a:lnTo>
                <a:lnTo>
                  <a:pt x="3243" y="294"/>
                </a:lnTo>
                <a:lnTo>
                  <a:pt x="3243" y="297"/>
                </a:lnTo>
                <a:lnTo>
                  <a:pt x="3241" y="299"/>
                </a:lnTo>
                <a:lnTo>
                  <a:pt x="3239" y="300"/>
                </a:lnTo>
                <a:lnTo>
                  <a:pt x="3238" y="303"/>
                </a:lnTo>
                <a:lnTo>
                  <a:pt x="3237" y="304"/>
                </a:lnTo>
                <a:lnTo>
                  <a:pt x="3236" y="305"/>
                </a:lnTo>
                <a:lnTo>
                  <a:pt x="3234" y="308"/>
                </a:lnTo>
                <a:lnTo>
                  <a:pt x="3233" y="309"/>
                </a:lnTo>
                <a:lnTo>
                  <a:pt x="3232" y="311"/>
                </a:lnTo>
                <a:lnTo>
                  <a:pt x="3230" y="313"/>
                </a:lnTo>
                <a:lnTo>
                  <a:pt x="3226" y="318"/>
                </a:lnTo>
                <a:lnTo>
                  <a:pt x="3224" y="320"/>
                </a:lnTo>
                <a:lnTo>
                  <a:pt x="3220" y="325"/>
                </a:lnTo>
                <a:lnTo>
                  <a:pt x="3215" y="329"/>
                </a:lnTo>
                <a:lnTo>
                  <a:pt x="3214" y="330"/>
                </a:lnTo>
                <a:lnTo>
                  <a:pt x="3213" y="331"/>
                </a:lnTo>
                <a:lnTo>
                  <a:pt x="3210" y="333"/>
                </a:lnTo>
                <a:lnTo>
                  <a:pt x="3208" y="333"/>
                </a:lnTo>
                <a:lnTo>
                  <a:pt x="3207" y="335"/>
                </a:lnTo>
                <a:lnTo>
                  <a:pt x="3204" y="336"/>
                </a:lnTo>
                <a:lnTo>
                  <a:pt x="3202" y="338"/>
                </a:lnTo>
                <a:lnTo>
                  <a:pt x="3201" y="339"/>
                </a:lnTo>
                <a:lnTo>
                  <a:pt x="3198" y="341"/>
                </a:lnTo>
                <a:lnTo>
                  <a:pt x="3196" y="341"/>
                </a:lnTo>
                <a:lnTo>
                  <a:pt x="3193" y="342"/>
                </a:lnTo>
                <a:lnTo>
                  <a:pt x="3191" y="343"/>
                </a:lnTo>
                <a:lnTo>
                  <a:pt x="3187" y="346"/>
                </a:lnTo>
                <a:lnTo>
                  <a:pt x="3186" y="346"/>
                </a:lnTo>
                <a:lnTo>
                  <a:pt x="3184" y="347"/>
                </a:lnTo>
                <a:lnTo>
                  <a:pt x="3180" y="348"/>
                </a:lnTo>
                <a:lnTo>
                  <a:pt x="3179" y="349"/>
                </a:lnTo>
                <a:lnTo>
                  <a:pt x="3176" y="349"/>
                </a:lnTo>
                <a:lnTo>
                  <a:pt x="3175" y="350"/>
                </a:lnTo>
                <a:lnTo>
                  <a:pt x="3173" y="350"/>
                </a:lnTo>
                <a:lnTo>
                  <a:pt x="3172" y="352"/>
                </a:lnTo>
                <a:lnTo>
                  <a:pt x="3169" y="352"/>
                </a:lnTo>
                <a:lnTo>
                  <a:pt x="3166" y="353"/>
                </a:lnTo>
                <a:lnTo>
                  <a:pt x="3163" y="353"/>
                </a:lnTo>
                <a:lnTo>
                  <a:pt x="3151" y="355"/>
                </a:lnTo>
                <a:lnTo>
                  <a:pt x="3166" y="357"/>
                </a:lnTo>
                <a:lnTo>
                  <a:pt x="3178" y="360"/>
                </a:lnTo>
                <a:lnTo>
                  <a:pt x="3184" y="361"/>
                </a:lnTo>
                <a:lnTo>
                  <a:pt x="3189" y="364"/>
                </a:lnTo>
                <a:lnTo>
                  <a:pt x="3192" y="365"/>
                </a:lnTo>
                <a:lnTo>
                  <a:pt x="3195" y="366"/>
                </a:lnTo>
                <a:lnTo>
                  <a:pt x="3198" y="368"/>
                </a:lnTo>
                <a:lnTo>
                  <a:pt x="3201" y="369"/>
                </a:lnTo>
                <a:lnTo>
                  <a:pt x="3203" y="370"/>
                </a:lnTo>
                <a:lnTo>
                  <a:pt x="3205" y="371"/>
                </a:lnTo>
                <a:lnTo>
                  <a:pt x="3208" y="372"/>
                </a:lnTo>
                <a:lnTo>
                  <a:pt x="3210" y="374"/>
                </a:lnTo>
                <a:lnTo>
                  <a:pt x="3213" y="375"/>
                </a:lnTo>
                <a:lnTo>
                  <a:pt x="3215" y="377"/>
                </a:lnTo>
                <a:lnTo>
                  <a:pt x="3216" y="379"/>
                </a:lnTo>
                <a:lnTo>
                  <a:pt x="3219" y="380"/>
                </a:lnTo>
                <a:lnTo>
                  <a:pt x="3220" y="381"/>
                </a:lnTo>
                <a:lnTo>
                  <a:pt x="3222" y="383"/>
                </a:lnTo>
                <a:lnTo>
                  <a:pt x="3225" y="385"/>
                </a:lnTo>
                <a:lnTo>
                  <a:pt x="3228" y="387"/>
                </a:lnTo>
                <a:lnTo>
                  <a:pt x="3232" y="392"/>
                </a:lnTo>
                <a:lnTo>
                  <a:pt x="3236" y="394"/>
                </a:lnTo>
                <a:lnTo>
                  <a:pt x="3242" y="399"/>
                </a:lnTo>
                <a:lnTo>
                  <a:pt x="3245" y="404"/>
                </a:lnTo>
                <a:lnTo>
                  <a:pt x="3249" y="408"/>
                </a:lnTo>
                <a:lnTo>
                  <a:pt x="3251" y="411"/>
                </a:lnTo>
                <a:lnTo>
                  <a:pt x="3253" y="414"/>
                </a:lnTo>
                <a:lnTo>
                  <a:pt x="3255" y="415"/>
                </a:lnTo>
                <a:lnTo>
                  <a:pt x="3256" y="418"/>
                </a:lnTo>
                <a:lnTo>
                  <a:pt x="3257" y="419"/>
                </a:lnTo>
                <a:lnTo>
                  <a:pt x="3259" y="421"/>
                </a:lnTo>
                <a:lnTo>
                  <a:pt x="3260" y="422"/>
                </a:lnTo>
                <a:lnTo>
                  <a:pt x="3260" y="425"/>
                </a:lnTo>
                <a:lnTo>
                  <a:pt x="3261" y="427"/>
                </a:lnTo>
                <a:lnTo>
                  <a:pt x="3262" y="430"/>
                </a:lnTo>
                <a:lnTo>
                  <a:pt x="3265" y="433"/>
                </a:lnTo>
                <a:lnTo>
                  <a:pt x="3266" y="436"/>
                </a:lnTo>
                <a:lnTo>
                  <a:pt x="3267" y="438"/>
                </a:lnTo>
                <a:lnTo>
                  <a:pt x="3268" y="441"/>
                </a:lnTo>
                <a:lnTo>
                  <a:pt x="3271" y="444"/>
                </a:lnTo>
                <a:lnTo>
                  <a:pt x="3272" y="448"/>
                </a:lnTo>
                <a:lnTo>
                  <a:pt x="3273" y="451"/>
                </a:lnTo>
                <a:lnTo>
                  <a:pt x="3274" y="452"/>
                </a:lnTo>
                <a:lnTo>
                  <a:pt x="3274" y="454"/>
                </a:lnTo>
                <a:lnTo>
                  <a:pt x="3276" y="458"/>
                </a:lnTo>
                <a:lnTo>
                  <a:pt x="3278" y="463"/>
                </a:lnTo>
                <a:lnTo>
                  <a:pt x="3280" y="471"/>
                </a:lnTo>
                <a:lnTo>
                  <a:pt x="3282" y="473"/>
                </a:lnTo>
                <a:lnTo>
                  <a:pt x="3282" y="475"/>
                </a:lnTo>
                <a:lnTo>
                  <a:pt x="3283" y="479"/>
                </a:lnTo>
                <a:lnTo>
                  <a:pt x="3284" y="481"/>
                </a:lnTo>
                <a:lnTo>
                  <a:pt x="3288" y="497"/>
                </a:lnTo>
                <a:lnTo>
                  <a:pt x="3289" y="508"/>
                </a:lnTo>
                <a:lnTo>
                  <a:pt x="3289" y="513"/>
                </a:lnTo>
                <a:lnTo>
                  <a:pt x="3290" y="519"/>
                </a:lnTo>
                <a:lnTo>
                  <a:pt x="3290" y="526"/>
                </a:lnTo>
                <a:lnTo>
                  <a:pt x="3291" y="532"/>
                </a:lnTo>
                <a:lnTo>
                  <a:pt x="3291" y="538"/>
                </a:lnTo>
                <a:lnTo>
                  <a:pt x="3291" y="560"/>
                </a:lnTo>
                <a:lnTo>
                  <a:pt x="3291" y="587"/>
                </a:lnTo>
                <a:lnTo>
                  <a:pt x="3291" y="593"/>
                </a:lnTo>
                <a:lnTo>
                  <a:pt x="3290" y="601"/>
                </a:lnTo>
                <a:lnTo>
                  <a:pt x="3290" y="608"/>
                </a:lnTo>
                <a:lnTo>
                  <a:pt x="3289" y="624"/>
                </a:lnTo>
                <a:lnTo>
                  <a:pt x="3286" y="634"/>
                </a:lnTo>
                <a:lnTo>
                  <a:pt x="3286" y="636"/>
                </a:lnTo>
                <a:lnTo>
                  <a:pt x="3286" y="640"/>
                </a:lnTo>
                <a:lnTo>
                  <a:pt x="3285" y="642"/>
                </a:lnTo>
                <a:lnTo>
                  <a:pt x="3285" y="645"/>
                </a:lnTo>
                <a:lnTo>
                  <a:pt x="3284" y="647"/>
                </a:lnTo>
                <a:lnTo>
                  <a:pt x="3284" y="648"/>
                </a:lnTo>
                <a:lnTo>
                  <a:pt x="3283" y="651"/>
                </a:lnTo>
                <a:lnTo>
                  <a:pt x="3283" y="653"/>
                </a:lnTo>
                <a:lnTo>
                  <a:pt x="3282" y="656"/>
                </a:lnTo>
                <a:lnTo>
                  <a:pt x="3274" y="676"/>
                </a:lnTo>
                <a:lnTo>
                  <a:pt x="3270" y="685"/>
                </a:lnTo>
                <a:lnTo>
                  <a:pt x="3265" y="695"/>
                </a:lnTo>
                <a:lnTo>
                  <a:pt x="3263" y="698"/>
                </a:lnTo>
                <a:lnTo>
                  <a:pt x="3261" y="702"/>
                </a:lnTo>
                <a:lnTo>
                  <a:pt x="3260" y="704"/>
                </a:lnTo>
                <a:lnTo>
                  <a:pt x="3259" y="707"/>
                </a:lnTo>
                <a:lnTo>
                  <a:pt x="3257" y="708"/>
                </a:lnTo>
                <a:lnTo>
                  <a:pt x="3256" y="710"/>
                </a:lnTo>
                <a:lnTo>
                  <a:pt x="3255" y="712"/>
                </a:lnTo>
                <a:lnTo>
                  <a:pt x="3254" y="713"/>
                </a:lnTo>
                <a:lnTo>
                  <a:pt x="3251" y="715"/>
                </a:lnTo>
                <a:lnTo>
                  <a:pt x="3250" y="718"/>
                </a:lnTo>
                <a:lnTo>
                  <a:pt x="3248" y="721"/>
                </a:lnTo>
                <a:lnTo>
                  <a:pt x="3245" y="723"/>
                </a:lnTo>
                <a:lnTo>
                  <a:pt x="3245" y="725"/>
                </a:lnTo>
                <a:lnTo>
                  <a:pt x="3242" y="729"/>
                </a:lnTo>
                <a:lnTo>
                  <a:pt x="3238" y="732"/>
                </a:lnTo>
                <a:lnTo>
                  <a:pt x="3228" y="743"/>
                </a:lnTo>
                <a:lnTo>
                  <a:pt x="3224" y="747"/>
                </a:lnTo>
                <a:lnTo>
                  <a:pt x="3222" y="748"/>
                </a:lnTo>
                <a:lnTo>
                  <a:pt x="3220" y="750"/>
                </a:lnTo>
                <a:lnTo>
                  <a:pt x="3218" y="751"/>
                </a:lnTo>
                <a:lnTo>
                  <a:pt x="3216" y="753"/>
                </a:lnTo>
                <a:lnTo>
                  <a:pt x="3214" y="754"/>
                </a:lnTo>
                <a:lnTo>
                  <a:pt x="3212" y="757"/>
                </a:lnTo>
                <a:lnTo>
                  <a:pt x="3209" y="758"/>
                </a:lnTo>
                <a:lnTo>
                  <a:pt x="3208" y="759"/>
                </a:lnTo>
                <a:lnTo>
                  <a:pt x="3205" y="761"/>
                </a:lnTo>
                <a:lnTo>
                  <a:pt x="3204" y="762"/>
                </a:lnTo>
                <a:lnTo>
                  <a:pt x="3202" y="762"/>
                </a:lnTo>
                <a:lnTo>
                  <a:pt x="3201" y="763"/>
                </a:lnTo>
                <a:lnTo>
                  <a:pt x="3198" y="765"/>
                </a:lnTo>
                <a:lnTo>
                  <a:pt x="3195" y="765"/>
                </a:lnTo>
                <a:lnTo>
                  <a:pt x="3193" y="767"/>
                </a:lnTo>
                <a:lnTo>
                  <a:pt x="3191" y="768"/>
                </a:lnTo>
                <a:lnTo>
                  <a:pt x="3189" y="769"/>
                </a:lnTo>
                <a:lnTo>
                  <a:pt x="3186" y="770"/>
                </a:lnTo>
                <a:lnTo>
                  <a:pt x="3184" y="772"/>
                </a:lnTo>
                <a:lnTo>
                  <a:pt x="3180" y="774"/>
                </a:lnTo>
                <a:lnTo>
                  <a:pt x="3179" y="774"/>
                </a:lnTo>
                <a:lnTo>
                  <a:pt x="3176" y="775"/>
                </a:lnTo>
                <a:lnTo>
                  <a:pt x="3174" y="776"/>
                </a:lnTo>
                <a:lnTo>
                  <a:pt x="3172" y="778"/>
                </a:lnTo>
                <a:lnTo>
                  <a:pt x="3151" y="785"/>
                </a:lnTo>
                <a:lnTo>
                  <a:pt x="3146" y="785"/>
                </a:lnTo>
                <a:lnTo>
                  <a:pt x="3144" y="786"/>
                </a:lnTo>
                <a:lnTo>
                  <a:pt x="3143" y="786"/>
                </a:lnTo>
                <a:lnTo>
                  <a:pt x="3140" y="787"/>
                </a:lnTo>
                <a:lnTo>
                  <a:pt x="3134" y="789"/>
                </a:lnTo>
                <a:lnTo>
                  <a:pt x="3131" y="789"/>
                </a:lnTo>
                <a:lnTo>
                  <a:pt x="3128" y="790"/>
                </a:lnTo>
                <a:lnTo>
                  <a:pt x="3124" y="790"/>
                </a:lnTo>
                <a:lnTo>
                  <a:pt x="3121" y="791"/>
                </a:lnTo>
                <a:lnTo>
                  <a:pt x="3116" y="791"/>
                </a:lnTo>
                <a:lnTo>
                  <a:pt x="3111" y="792"/>
                </a:lnTo>
                <a:lnTo>
                  <a:pt x="3105" y="792"/>
                </a:lnTo>
                <a:lnTo>
                  <a:pt x="3099" y="793"/>
                </a:lnTo>
                <a:lnTo>
                  <a:pt x="3093" y="793"/>
                </a:lnTo>
                <a:lnTo>
                  <a:pt x="3088" y="793"/>
                </a:lnTo>
                <a:lnTo>
                  <a:pt x="3082" y="793"/>
                </a:lnTo>
                <a:lnTo>
                  <a:pt x="3071" y="793"/>
                </a:lnTo>
                <a:lnTo>
                  <a:pt x="3029" y="793"/>
                </a:lnTo>
                <a:lnTo>
                  <a:pt x="2826" y="793"/>
                </a:lnTo>
                <a:lnTo>
                  <a:pt x="2826" y="0"/>
                </a:lnTo>
                <a:close/>
                <a:moveTo>
                  <a:pt x="2491" y="0"/>
                </a:moveTo>
                <a:lnTo>
                  <a:pt x="2685" y="0"/>
                </a:lnTo>
                <a:lnTo>
                  <a:pt x="2685" y="793"/>
                </a:lnTo>
                <a:lnTo>
                  <a:pt x="2681" y="793"/>
                </a:lnTo>
                <a:lnTo>
                  <a:pt x="2676" y="793"/>
                </a:lnTo>
                <a:lnTo>
                  <a:pt x="2666" y="793"/>
                </a:lnTo>
                <a:lnTo>
                  <a:pt x="2628" y="793"/>
                </a:lnTo>
                <a:lnTo>
                  <a:pt x="2498" y="793"/>
                </a:lnTo>
                <a:lnTo>
                  <a:pt x="2496" y="786"/>
                </a:lnTo>
                <a:lnTo>
                  <a:pt x="2495" y="781"/>
                </a:lnTo>
                <a:lnTo>
                  <a:pt x="2495" y="780"/>
                </a:lnTo>
                <a:lnTo>
                  <a:pt x="2494" y="778"/>
                </a:lnTo>
                <a:lnTo>
                  <a:pt x="2494" y="775"/>
                </a:lnTo>
                <a:lnTo>
                  <a:pt x="2492" y="770"/>
                </a:lnTo>
                <a:lnTo>
                  <a:pt x="2491" y="768"/>
                </a:lnTo>
                <a:lnTo>
                  <a:pt x="2491" y="765"/>
                </a:lnTo>
                <a:lnTo>
                  <a:pt x="2491" y="764"/>
                </a:lnTo>
                <a:lnTo>
                  <a:pt x="2490" y="761"/>
                </a:lnTo>
                <a:lnTo>
                  <a:pt x="2485" y="763"/>
                </a:lnTo>
                <a:lnTo>
                  <a:pt x="2484" y="764"/>
                </a:lnTo>
                <a:lnTo>
                  <a:pt x="2483" y="765"/>
                </a:lnTo>
                <a:lnTo>
                  <a:pt x="2480" y="767"/>
                </a:lnTo>
                <a:lnTo>
                  <a:pt x="2479" y="767"/>
                </a:lnTo>
                <a:lnTo>
                  <a:pt x="2477" y="769"/>
                </a:lnTo>
                <a:lnTo>
                  <a:pt x="2475" y="770"/>
                </a:lnTo>
                <a:lnTo>
                  <a:pt x="2474" y="772"/>
                </a:lnTo>
                <a:lnTo>
                  <a:pt x="2472" y="772"/>
                </a:lnTo>
                <a:lnTo>
                  <a:pt x="2468" y="774"/>
                </a:lnTo>
                <a:lnTo>
                  <a:pt x="2465" y="776"/>
                </a:lnTo>
                <a:lnTo>
                  <a:pt x="2462" y="778"/>
                </a:lnTo>
                <a:lnTo>
                  <a:pt x="2461" y="779"/>
                </a:lnTo>
                <a:lnTo>
                  <a:pt x="2459" y="780"/>
                </a:lnTo>
                <a:lnTo>
                  <a:pt x="2455" y="781"/>
                </a:lnTo>
                <a:lnTo>
                  <a:pt x="2452" y="782"/>
                </a:lnTo>
                <a:lnTo>
                  <a:pt x="2449" y="784"/>
                </a:lnTo>
                <a:lnTo>
                  <a:pt x="2448" y="785"/>
                </a:lnTo>
                <a:lnTo>
                  <a:pt x="2443" y="787"/>
                </a:lnTo>
                <a:lnTo>
                  <a:pt x="2442" y="787"/>
                </a:lnTo>
                <a:lnTo>
                  <a:pt x="2438" y="789"/>
                </a:lnTo>
                <a:lnTo>
                  <a:pt x="2436" y="790"/>
                </a:lnTo>
                <a:lnTo>
                  <a:pt x="2433" y="791"/>
                </a:lnTo>
                <a:lnTo>
                  <a:pt x="2428" y="793"/>
                </a:lnTo>
                <a:lnTo>
                  <a:pt x="2426" y="793"/>
                </a:lnTo>
                <a:lnTo>
                  <a:pt x="2425" y="795"/>
                </a:lnTo>
                <a:lnTo>
                  <a:pt x="2422" y="795"/>
                </a:lnTo>
                <a:lnTo>
                  <a:pt x="2421" y="795"/>
                </a:lnTo>
                <a:lnTo>
                  <a:pt x="2419" y="796"/>
                </a:lnTo>
                <a:lnTo>
                  <a:pt x="2417" y="796"/>
                </a:lnTo>
                <a:lnTo>
                  <a:pt x="2415" y="797"/>
                </a:lnTo>
                <a:lnTo>
                  <a:pt x="2413" y="797"/>
                </a:lnTo>
                <a:lnTo>
                  <a:pt x="2410" y="798"/>
                </a:lnTo>
                <a:lnTo>
                  <a:pt x="2408" y="798"/>
                </a:lnTo>
                <a:lnTo>
                  <a:pt x="2405" y="800"/>
                </a:lnTo>
                <a:lnTo>
                  <a:pt x="2403" y="800"/>
                </a:lnTo>
                <a:lnTo>
                  <a:pt x="2393" y="802"/>
                </a:lnTo>
                <a:lnTo>
                  <a:pt x="2382" y="803"/>
                </a:lnTo>
                <a:lnTo>
                  <a:pt x="2378" y="803"/>
                </a:lnTo>
                <a:lnTo>
                  <a:pt x="2370" y="804"/>
                </a:lnTo>
                <a:lnTo>
                  <a:pt x="2364" y="803"/>
                </a:lnTo>
                <a:lnTo>
                  <a:pt x="2359" y="803"/>
                </a:lnTo>
                <a:lnTo>
                  <a:pt x="2352" y="803"/>
                </a:lnTo>
                <a:lnTo>
                  <a:pt x="2334" y="800"/>
                </a:lnTo>
                <a:lnTo>
                  <a:pt x="2330" y="798"/>
                </a:lnTo>
                <a:lnTo>
                  <a:pt x="2326" y="797"/>
                </a:lnTo>
                <a:lnTo>
                  <a:pt x="2324" y="797"/>
                </a:lnTo>
                <a:lnTo>
                  <a:pt x="2322" y="796"/>
                </a:lnTo>
                <a:lnTo>
                  <a:pt x="2321" y="796"/>
                </a:lnTo>
                <a:lnTo>
                  <a:pt x="2317" y="795"/>
                </a:lnTo>
                <a:lnTo>
                  <a:pt x="2315" y="793"/>
                </a:lnTo>
                <a:lnTo>
                  <a:pt x="2311" y="792"/>
                </a:lnTo>
                <a:lnTo>
                  <a:pt x="2309" y="791"/>
                </a:lnTo>
                <a:lnTo>
                  <a:pt x="2306" y="790"/>
                </a:lnTo>
                <a:lnTo>
                  <a:pt x="2304" y="789"/>
                </a:lnTo>
                <a:lnTo>
                  <a:pt x="2301" y="786"/>
                </a:lnTo>
                <a:lnTo>
                  <a:pt x="2300" y="785"/>
                </a:lnTo>
                <a:lnTo>
                  <a:pt x="2298" y="784"/>
                </a:lnTo>
                <a:lnTo>
                  <a:pt x="2297" y="782"/>
                </a:lnTo>
                <a:lnTo>
                  <a:pt x="2295" y="781"/>
                </a:lnTo>
                <a:lnTo>
                  <a:pt x="2292" y="779"/>
                </a:lnTo>
                <a:lnTo>
                  <a:pt x="2287" y="774"/>
                </a:lnTo>
                <a:lnTo>
                  <a:pt x="2286" y="773"/>
                </a:lnTo>
                <a:lnTo>
                  <a:pt x="2282" y="770"/>
                </a:lnTo>
                <a:lnTo>
                  <a:pt x="2277" y="765"/>
                </a:lnTo>
                <a:lnTo>
                  <a:pt x="2275" y="763"/>
                </a:lnTo>
                <a:lnTo>
                  <a:pt x="2274" y="759"/>
                </a:lnTo>
                <a:lnTo>
                  <a:pt x="2272" y="758"/>
                </a:lnTo>
                <a:lnTo>
                  <a:pt x="2271" y="756"/>
                </a:lnTo>
                <a:lnTo>
                  <a:pt x="2270" y="754"/>
                </a:lnTo>
                <a:lnTo>
                  <a:pt x="2269" y="752"/>
                </a:lnTo>
                <a:lnTo>
                  <a:pt x="2268" y="751"/>
                </a:lnTo>
                <a:lnTo>
                  <a:pt x="2266" y="748"/>
                </a:lnTo>
                <a:lnTo>
                  <a:pt x="2265" y="746"/>
                </a:lnTo>
                <a:lnTo>
                  <a:pt x="2264" y="743"/>
                </a:lnTo>
                <a:lnTo>
                  <a:pt x="2263" y="741"/>
                </a:lnTo>
                <a:lnTo>
                  <a:pt x="2261" y="739"/>
                </a:lnTo>
                <a:lnTo>
                  <a:pt x="2260" y="736"/>
                </a:lnTo>
                <a:lnTo>
                  <a:pt x="2259" y="734"/>
                </a:lnTo>
                <a:lnTo>
                  <a:pt x="2258" y="730"/>
                </a:lnTo>
                <a:lnTo>
                  <a:pt x="2257" y="728"/>
                </a:lnTo>
                <a:lnTo>
                  <a:pt x="2254" y="723"/>
                </a:lnTo>
                <a:lnTo>
                  <a:pt x="2254" y="721"/>
                </a:lnTo>
                <a:lnTo>
                  <a:pt x="2253" y="719"/>
                </a:lnTo>
                <a:lnTo>
                  <a:pt x="2252" y="717"/>
                </a:lnTo>
                <a:lnTo>
                  <a:pt x="2252" y="715"/>
                </a:lnTo>
                <a:lnTo>
                  <a:pt x="2251" y="713"/>
                </a:lnTo>
                <a:lnTo>
                  <a:pt x="2251" y="712"/>
                </a:lnTo>
                <a:lnTo>
                  <a:pt x="2249" y="709"/>
                </a:lnTo>
                <a:lnTo>
                  <a:pt x="2249" y="708"/>
                </a:lnTo>
                <a:lnTo>
                  <a:pt x="2248" y="707"/>
                </a:lnTo>
                <a:lnTo>
                  <a:pt x="2248" y="704"/>
                </a:lnTo>
                <a:lnTo>
                  <a:pt x="2247" y="702"/>
                </a:lnTo>
                <a:lnTo>
                  <a:pt x="2247" y="700"/>
                </a:lnTo>
                <a:lnTo>
                  <a:pt x="2246" y="698"/>
                </a:lnTo>
                <a:lnTo>
                  <a:pt x="2246" y="696"/>
                </a:lnTo>
                <a:lnTo>
                  <a:pt x="2245" y="693"/>
                </a:lnTo>
                <a:lnTo>
                  <a:pt x="2245" y="691"/>
                </a:lnTo>
                <a:lnTo>
                  <a:pt x="2245" y="689"/>
                </a:lnTo>
                <a:lnTo>
                  <a:pt x="2243" y="686"/>
                </a:lnTo>
                <a:lnTo>
                  <a:pt x="2243" y="684"/>
                </a:lnTo>
                <a:lnTo>
                  <a:pt x="2242" y="681"/>
                </a:lnTo>
                <a:lnTo>
                  <a:pt x="2242" y="678"/>
                </a:lnTo>
                <a:lnTo>
                  <a:pt x="2241" y="675"/>
                </a:lnTo>
                <a:lnTo>
                  <a:pt x="2239" y="665"/>
                </a:lnTo>
                <a:lnTo>
                  <a:pt x="2237" y="649"/>
                </a:lnTo>
                <a:lnTo>
                  <a:pt x="2236" y="646"/>
                </a:lnTo>
                <a:lnTo>
                  <a:pt x="2236" y="641"/>
                </a:lnTo>
                <a:lnTo>
                  <a:pt x="2235" y="636"/>
                </a:lnTo>
                <a:lnTo>
                  <a:pt x="2235" y="630"/>
                </a:lnTo>
                <a:lnTo>
                  <a:pt x="2234" y="624"/>
                </a:lnTo>
                <a:lnTo>
                  <a:pt x="2234" y="618"/>
                </a:lnTo>
                <a:lnTo>
                  <a:pt x="2232" y="609"/>
                </a:lnTo>
                <a:lnTo>
                  <a:pt x="2231" y="588"/>
                </a:lnTo>
                <a:lnTo>
                  <a:pt x="2231" y="569"/>
                </a:lnTo>
                <a:lnTo>
                  <a:pt x="2230" y="540"/>
                </a:lnTo>
                <a:lnTo>
                  <a:pt x="2230" y="440"/>
                </a:lnTo>
                <a:lnTo>
                  <a:pt x="2230" y="393"/>
                </a:lnTo>
                <a:lnTo>
                  <a:pt x="2230" y="381"/>
                </a:lnTo>
                <a:lnTo>
                  <a:pt x="2230" y="376"/>
                </a:lnTo>
                <a:lnTo>
                  <a:pt x="2231" y="372"/>
                </a:lnTo>
                <a:lnTo>
                  <a:pt x="2231" y="370"/>
                </a:lnTo>
                <a:lnTo>
                  <a:pt x="2231" y="358"/>
                </a:lnTo>
                <a:lnTo>
                  <a:pt x="2231" y="338"/>
                </a:lnTo>
                <a:lnTo>
                  <a:pt x="2232" y="327"/>
                </a:lnTo>
                <a:lnTo>
                  <a:pt x="2232" y="320"/>
                </a:lnTo>
                <a:lnTo>
                  <a:pt x="2234" y="313"/>
                </a:lnTo>
                <a:lnTo>
                  <a:pt x="2234" y="307"/>
                </a:lnTo>
                <a:lnTo>
                  <a:pt x="2235" y="302"/>
                </a:lnTo>
                <a:lnTo>
                  <a:pt x="2236" y="296"/>
                </a:lnTo>
                <a:lnTo>
                  <a:pt x="2236" y="291"/>
                </a:lnTo>
                <a:lnTo>
                  <a:pt x="2237" y="286"/>
                </a:lnTo>
                <a:lnTo>
                  <a:pt x="2237" y="277"/>
                </a:lnTo>
                <a:lnTo>
                  <a:pt x="2240" y="265"/>
                </a:lnTo>
                <a:lnTo>
                  <a:pt x="2241" y="259"/>
                </a:lnTo>
                <a:lnTo>
                  <a:pt x="2242" y="254"/>
                </a:lnTo>
                <a:lnTo>
                  <a:pt x="2243" y="248"/>
                </a:lnTo>
                <a:lnTo>
                  <a:pt x="2245" y="238"/>
                </a:lnTo>
                <a:lnTo>
                  <a:pt x="2247" y="232"/>
                </a:lnTo>
                <a:lnTo>
                  <a:pt x="2248" y="227"/>
                </a:lnTo>
                <a:lnTo>
                  <a:pt x="2248" y="226"/>
                </a:lnTo>
                <a:lnTo>
                  <a:pt x="2249" y="224"/>
                </a:lnTo>
                <a:lnTo>
                  <a:pt x="2249" y="222"/>
                </a:lnTo>
                <a:lnTo>
                  <a:pt x="2251" y="221"/>
                </a:lnTo>
                <a:lnTo>
                  <a:pt x="2251" y="219"/>
                </a:lnTo>
                <a:lnTo>
                  <a:pt x="2252" y="217"/>
                </a:lnTo>
                <a:lnTo>
                  <a:pt x="2252" y="215"/>
                </a:lnTo>
                <a:lnTo>
                  <a:pt x="2253" y="214"/>
                </a:lnTo>
                <a:lnTo>
                  <a:pt x="2253" y="211"/>
                </a:lnTo>
                <a:lnTo>
                  <a:pt x="2254" y="209"/>
                </a:lnTo>
                <a:lnTo>
                  <a:pt x="2255" y="206"/>
                </a:lnTo>
                <a:lnTo>
                  <a:pt x="2257" y="203"/>
                </a:lnTo>
                <a:lnTo>
                  <a:pt x="2258" y="200"/>
                </a:lnTo>
                <a:lnTo>
                  <a:pt x="2259" y="198"/>
                </a:lnTo>
                <a:lnTo>
                  <a:pt x="2260" y="194"/>
                </a:lnTo>
                <a:lnTo>
                  <a:pt x="2263" y="189"/>
                </a:lnTo>
                <a:lnTo>
                  <a:pt x="2265" y="186"/>
                </a:lnTo>
                <a:lnTo>
                  <a:pt x="2268" y="182"/>
                </a:lnTo>
                <a:lnTo>
                  <a:pt x="2269" y="181"/>
                </a:lnTo>
                <a:lnTo>
                  <a:pt x="2270" y="180"/>
                </a:lnTo>
                <a:lnTo>
                  <a:pt x="2271" y="177"/>
                </a:lnTo>
                <a:lnTo>
                  <a:pt x="2272" y="176"/>
                </a:lnTo>
                <a:lnTo>
                  <a:pt x="2274" y="174"/>
                </a:lnTo>
                <a:lnTo>
                  <a:pt x="2275" y="172"/>
                </a:lnTo>
                <a:lnTo>
                  <a:pt x="2277" y="170"/>
                </a:lnTo>
                <a:lnTo>
                  <a:pt x="2281" y="165"/>
                </a:lnTo>
                <a:lnTo>
                  <a:pt x="2286" y="160"/>
                </a:lnTo>
                <a:lnTo>
                  <a:pt x="2288" y="158"/>
                </a:lnTo>
                <a:lnTo>
                  <a:pt x="2292" y="154"/>
                </a:lnTo>
                <a:lnTo>
                  <a:pt x="2293" y="153"/>
                </a:lnTo>
                <a:lnTo>
                  <a:pt x="2294" y="152"/>
                </a:lnTo>
                <a:lnTo>
                  <a:pt x="2297" y="150"/>
                </a:lnTo>
                <a:lnTo>
                  <a:pt x="2299" y="149"/>
                </a:lnTo>
                <a:lnTo>
                  <a:pt x="2300" y="148"/>
                </a:lnTo>
                <a:lnTo>
                  <a:pt x="2303" y="147"/>
                </a:lnTo>
                <a:lnTo>
                  <a:pt x="2304" y="145"/>
                </a:lnTo>
                <a:lnTo>
                  <a:pt x="2309" y="143"/>
                </a:lnTo>
                <a:lnTo>
                  <a:pt x="2311" y="142"/>
                </a:lnTo>
                <a:lnTo>
                  <a:pt x="2316" y="139"/>
                </a:lnTo>
                <a:lnTo>
                  <a:pt x="2317" y="139"/>
                </a:lnTo>
                <a:lnTo>
                  <a:pt x="2320" y="138"/>
                </a:lnTo>
                <a:lnTo>
                  <a:pt x="2324" y="136"/>
                </a:lnTo>
                <a:lnTo>
                  <a:pt x="2327" y="136"/>
                </a:lnTo>
                <a:lnTo>
                  <a:pt x="2328" y="136"/>
                </a:lnTo>
                <a:lnTo>
                  <a:pt x="2332" y="134"/>
                </a:lnTo>
                <a:lnTo>
                  <a:pt x="2336" y="133"/>
                </a:lnTo>
                <a:lnTo>
                  <a:pt x="2346" y="131"/>
                </a:lnTo>
                <a:lnTo>
                  <a:pt x="2350" y="131"/>
                </a:lnTo>
                <a:lnTo>
                  <a:pt x="2353" y="130"/>
                </a:lnTo>
                <a:lnTo>
                  <a:pt x="2359" y="130"/>
                </a:lnTo>
                <a:lnTo>
                  <a:pt x="2367" y="128"/>
                </a:lnTo>
                <a:lnTo>
                  <a:pt x="2371" y="128"/>
                </a:lnTo>
                <a:lnTo>
                  <a:pt x="2379" y="127"/>
                </a:lnTo>
                <a:lnTo>
                  <a:pt x="2385" y="128"/>
                </a:lnTo>
                <a:lnTo>
                  <a:pt x="2390" y="128"/>
                </a:lnTo>
                <a:lnTo>
                  <a:pt x="2397" y="128"/>
                </a:lnTo>
                <a:lnTo>
                  <a:pt x="2400" y="130"/>
                </a:lnTo>
                <a:lnTo>
                  <a:pt x="2404" y="130"/>
                </a:lnTo>
                <a:lnTo>
                  <a:pt x="2408" y="131"/>
                </a:lnTo>
                <a:lnTo>
                  <a:pt x="2410" y="131"/>
                </a:lnTo>
                <a:lnTo>
                  <a:pt x="2414" y="132"/>
                </a:lnTo>
                <a:lnTo>
                  <a:pt x="2416" y="132"/>
                </a:lnTo>
                <a:lnTo>
                  <a:pt x="2419" y="133"/>
                </a:lnTo>
                <a:lnTo>
                  <a:pt x="2420" y="133"/>
                </a:lnTo>
                <a:lnTo>
                  <a:pt x="2425" y="134"/>
                </a:lnTo>
                <a:lnTo>
                  <a:pt x="2426" y="136"/>
                </a:lnTo>
                <a:lnTo>
                  <a:pt x="2428" y="136"/>
                </a:lnTo>
                <a:lnTo>
                  <a:pt x="2429" y="136"/>
                </a:lnTo>
                <a:lnTo>
                  <a:pt x="2432" y="137"/>
                </a:lnTo>
                <a:lnTo>
                  <a:pt x="2437" y="138"/>
                </a:lnTo>
                <a:lnTo>
                  <a:pt x="2439" y="139"/>
                </a:lnTo>
                <a:lnTo>
                  <a:pt x="2443" y="141"/>
                </a:lnTo>
                <a:lnTo>
                  <a:pt x="2445" y="142"/>
                </a:lnTo>
                <a:lnTo>
                  <a:pt x="2448" y="143"/>
                </a:lnTo>
                <a:lnTo>
                  <a:pt x="2450" y="144"/>
                </a:lnTo>
                <a:lnTo>
                  <a:pt x="2454" y="147"/>
                </a:lnTo>
                <a:lnTo>
                  <a:pt x="2456" y="148"/>
                </a:lnTo>
                <a:lnTo>
                  <a:pt x="2459" y="149"/>
                </a:lnTo>
                <a:lnTo>
                  <a:pt x="2461" y="150"/>
                </a:lnTo>
                <a:lnTo>
                  <a:pt x="2462" y="150"/>
                </a:lnTo>
                <a:lnTo>
                  <a:pt x="2465" y="152"/>
                </a:lnTo>
                <a:lnTo>
                  <a:pt x="2467" y="154"/>
                </a:lnTo>
                <a:lnTo>
                  <a:pt x="2469" y="154"/>
                </a:lnTo>
                <a:lnTo>
                  <a:pt x="2472" y="156"/>
                </a:lnTo>
                <a:lnTo>
                  <a:pt x="2475" y="158"/>
                </a:lnTo>
                <a:lnTo>
                  <a:pt x="2477" y="159"/>
                </a:lnTo>
                <a:lnTo>
                  <a:pt x="2478" y="160"/>
                </a:lnTo>
                <a:lnTo>
                  <a:pt x="2480" y="161"/>
                </a:lnTo>
                <a:lnTo>
                  <a:pt x="2481" y="163"/>
                </a:lnTo>
                <a:lnTo>
                  <a:pt x="2484" y="164"/>
                </a:lnTo>
                <a:lnTo>
                  <a:pt x="2485" y="165"/>
                </a:lnTo>
                <a:lnTo>
                  <a:pt x="2488" y="166"/>
                </a:lnTo>
                <a:lnTo>
                  <a:pt x="2490" y="167"/>
                </a:lnTo>
                <a:lnTo>
                  <a:pt x="2491" y="169"/>
                </a:lnTo>
                <a:lnTo>
                  <a:pt x="2491" y="0"/>
                </a:lnTo>
                <a:close/>
                <a:moveTo>
                  <a:pt x="1017" y="0"/>
                </a:moveTo>
                <a:lnTo>
                  <a:pt x="1211" y="0"/>
                </a:lnTo>
                <a:lnTo>
                  <a:pt x="1211" y="793"/>
                </a:lnTo>
                <a:lnTo>
                  <a:pt x="1206" y="793"/>
                </a:lnTo>
                <a:lnTo>
                  <a:pt x="1201" y="793"/>
                </a:lnTo>
                <a:lnTo>
                  <a:pt x="1192" y="793"/>
                </a:lnTo>
                <a:lnTo>
                  <a:pt x="1153" y="793"/>
                </a:lnTo>
                <a:lnTo>
                  <a:pt x="1018" y="793"/>
                </a:lnTo>
                <a:lnTo>
                  <a:pt x="1017" y="789"/>
                </a:lnTo>
                <a:lnTo>
                  <a:pt x="1017" y="782"/>
                </a:lnTo>
                <a:lnTo>
                  <a:pt x="1017" y="772"/>
                </a:lnTo>
                <a:lnTo>
                  <a:pt x="1017" y="723"/>
                </a:lnTo>
                <a:lnTo>
                  <a:pt x="1017" y="558"/>
                </a:lnTo>
                <a:lnTo>
                  <a:pt x="1017" y="0"/>
                </a:lnTo>
                <a:close/>
                <a:moveTo>
                  <a:pt x="12" y="0"/>
                </a:moveTo>
                <a:lnTo>
                  <a:pt x="216" y="0"/>
                </a:lnTo>
                <a:lnTo>
                  <a:pt x="278" y="0"/>
                </a:lnTo>
                <a:lnTo>
                  <a:pt x="307" y="0"/>
                </a:lnTo>
                <a:lnTo>
                  <a:pt x="317" y="1"/>
                </a:lnTo>
                <a:lnTo>
                  <a:pt x="324" y="1"/>
                </a:lnTo>
                <a:lnTo>
                  <a:pt x="330" y="3"/>
                </a:lnTo>
                <a:lnTo>
                  <a:pt x="335" y="3"/>
                </a:lnTo>
                <a:lnTo>
                  <a:pt x="340" y="4"/>
                </a:lnTo>
                <a:lnTo>
                  <a:pt x="343" y="4"/>
                </a:lnTo>
                <a:lnTo>
                  <a:pt x="349" y="5"/>
                </a:lnTo>
                <a:lnTo>
                  <a:pt x="355" y="6"/>
                </a:lnTo>
                <a:lnTo>
                  <a:pt x="359" y="6"/>
                </a:lnTo>
                <a:lnTo>
                  <a:pt x="360" y="8"/>
                </a:lnTo>
                <a:lnTo>
                  <a:pt x="363" y="8"/>
                </a:lnTo>
                <a:lnTo>
                  <a:pt x="365" y="9"/>
                </a:lnTo>
                <a:lnTo>
                  <a:pt x="367" y="9"/>
                </a:lnTo>
                <a:lnTo>
                  <a:pt x="388" y="16"/>
                </a:lnTo>
                <a:lnTo>
                  <a:pt x="390" y="17"/>
                </a:lnTo>
                <a:lnTo>
                  <a:pt x="394" y="19"/>
                </a:lnTo>
                <a:lnTo>
                  <a:pt x="396" y="20"/>
                </a:lnTo>
                <a:lnTo>
                  <a:pt x="399" y="21"/>
                </a:lnTo>
                <a:lnTo>
                  <a:pt x="401" y="22"/>
                </a:lnTo>
                <a:lnTo>
                  <a:pt x="402" y="25"/>
                </a:lnTo>
                <a:lnTo>
                  <a:pt x="406" y="26"/>
                </a:lnTo>
                <a:lnTo>
                  <a:pt x="409" y="27"/>
                </a:lnTo>
                <a:lnTo>
                  <a:pt x="410" y="28"/>
                </a:lnTo>
                <a:lnTo>
                  <a:pt x="412" y="30"/>
                </a:lnTo>
                <a:lnTo>
                  <a:pt x="413" y="31"/>
                </a:lnTo>
                <a:lnTo>
                  <a:pt x="416" y="32"/>
                </a:lnTo>
                <a:lnTo>
                  <a:pt x="417" y="33"/>
                </a:lnTo>
                <a:lnTo>
                  <a:pt x="418" y="34"/>
                </a:lnTo>
                <a:lnTo>
                  <a:pt x="421" y="36"/>
                </a:lnTo>
                <a:lnTo>
                  <a:pt x="423" y="38"/>
                </a:lnTo>
                <a:lnTo>
                  <a:pt x="429" y="44"/>
                </a:lnTo>
                <a:lnTo>
                  <a:pt x="434" y="49"/>
                </a:lnTo>
                <a:lnTo>
                  <a:pt x="438" y="53"/>
                </a:lnTo>
                <a:lnTo>
                  <a:pt x="440" y="55"/>
                </a:lnTo>
                <a:lnTo>
                  <a:pt x="441" y="58"/>
                </a:lnTo>
                <a:lnTo>
                  <a:pt x="442" y="60"/>
                </a:lnTo>
                <a:lnTo>
                  <a:pt x="445" y="62"/>
                </a:lnTo>
                <a:lnTo>
                  <a:pt x="445" y="64"/>
                </a:lnTo>
                <a:lnTo>
                  <a:pt x="446" y="66"/>
                </a:lnTo>
                <a:lnTo>
                  <a:pt x="447" y="69"/>
                </a:lnTo>
                <a:lnTo>
                  <a:pt x="450" y="73"/>
                </a:lnTo>
                <a:lnTo>
                  <a:pt x="452" y="76"/>
                </a:lnTo>
                <a:lnTo>
                  <a:pt x="454" y="81"/>
                </a:lnTo>
                <a:lnTo>
                  <a:pt x="454" y="82"/>
                </a:lnTo>
                <a:lnTo>
                  <a:pt x="457" y="86"/>
                </a:lnTo>
                <a:lnTo>
                  <a:pt x="457" y="88"/>
                </a:lnTo>
                <a:lnTo>
                  <a:pt x="458" y="91"/>
                </a:lnTo>
                <a:lnTo>
                  <a:pt x="461" y="95"/>
                </a:lnTo>
                <a:lnTo>
                  <a:pt x="461" y="98"/>
                </a:lnTo>
                <a:lnTo>
                  <a:pt x="462" y="100"/>
                </a:lnTo>
                <a:lnTo>
                  <a:pt x="462" y="102"/>
                </a:lnTo>
                <a:lnTo>
                  <a:pt x="463" y="104"/>
                </a:lnTo>
                <a:lnTo>
                  <a:pt x="463" y="106"/>
                </a:lnTo>
                <a:lnTo>
                  <a:pt x="464" y="108"/>
                </a:lnTo>
                <a:lnTo>
                  <a:pt x="465" y="112"/>
                </a:lnTo>
                <a:lnTo>
                  <a:pt x="469" y="127"/>
                </a:lnTo>
                <a:lnTo>
                  <a:pt x="469" y="131"/>
                </a:lnTo>
                <a:lnTo>
                  <a:pt x="471" y="142"/>
                </a:lnTo>
                <a:lnTo>
                  <a:pt x="471" y="147"/>
                </a:lnTo>
                <a:lnTo>
                  <a:pt x="473" y="152"/>
                </a:lnTo>
                <a:lnTo>
                  <a:pt x="473" y="159"/>
                </a:lnTo>
                <a:lnTo>
                  <a:pt x="474" y="166"/>
                </a:lnTo>
                <a:lnTo>
                  <a:pt x="474" y="170"/>
                </a:lnTo>
                <a:lnTo>
                  <a:pt x="474" y="174"/>
                </a:lnTo>
                <a:lnTo>
                  <a:pt x="474" y="176"/>
                </a:lnTo>
                <a:lnTo>
                  <a:pt x="474" y="180"/>
                </a:lnTo>
                <a:lnTo>
                  <a:pt x="475" y="211"/>
                </a:lnTo>
                <a:lnTo>
                  <a:pt x="475" y="233"/>
                </a:lnTo>
                <a:lnTo>
                  <a:pt x="475" y="239"/>
                </a:lnTo>
                <a:lnTo>
                  <a:pt x="474" y="246"/>
                </a:lnTo>
                <a:lnTo>
                  <a:pt x="474" y="249"/>
                </a:lnTo>
                <a:lnTo>
                  <a:pt x="474" y="253"/>
                </a:lnTo>
                <a:lnTo>
                  <a:pt x="474" y="257"/>
                </a:lnTo>
                <a:lnTo>
                  <a:pt x="474" y="259"/>
                </a:lnTo>
                <a:lnTo>
                  <a:pt x="473" y="274"/>
                </a:lnTo>
                <a:lnTo>
                  <a:pt x="469" y="302"/>
                </a:lnTo>
                <a:lnTo>
                  <a:pt x="468" y="307"/>
                </a:lnTo>
                <a:lnTo>
                  <a:pt x="467" y="309"/>
                </a:lnTo>
                <a:lnTo>
                  <a:pt x="467" y="311"/>
                </a:lnTo>
                <a:lnTo>
                  <a:pt x="465" y="314"/>
                </a:lnTo>
                <a:lnTo>
                  <a:pt x="464" y="319"/>
                </a:lnTo>
                <a:lnTo>
                  <a:pt x="464" y="320"/>
                </a:lnTo>
                <a:lnTo>
                  <a:pt x="463" y="322"/>
                </a:lnTo>
                <a:lnTo>
                  <a:pt x="463" y="324"/>
                </a:lnTo>
                <a:lnTo>
                  <a:pt x="462" y="327"/>
                </a:lnTo>
                <a:lnTo>
                  <a:pt x="459" y="335"/>
                </a:lnTo>
                <a:lnTo>
                  <a:pt x="458" y="337"/>
                </a:lnTo>
                <a:lnTo>
                  <a:pt x="457" y="341"/>
                </a:lnTo>
                <a:lnTo>
                  <a:pt x="456" y="343"/>
                </a:lnTo>
                <a:lnTo>
                  <a:pt x="454" y="347"/>
                </a:lnTo>
                <a:lnTo>
                  <a:pt x="453" y="349"/>
                </a:lnTo>
                <a:lnTo>
                  <a:pt x="452" y="350"/>
                </a:lnTo>
                <a:lnTo>
                  <a:pt x="451" y="353"/>
                </a:lnTo>
                <a:lnTo>
                  <a:pt x="450" y="355"/>
                </a:lnTo>
                <a:lnTo>
                  <a:pt x="447" y="358"/>
                </a:lnTo>
                <a:lnTo>
                  <a:pt x="446" y="360"/>
                </a:lnTo>
                <a:lnTo>
                  <a:pt x="446" y="361"/>
                </a:lnTo>
                <a:lnTo>
                  <a:pt x="445" y="364"/>
                </a:lnTo>
                <a:lnTo>
                  <a:pt x="444" y="365"/>
                </a:lnTo>
                <a:lnTo>
                  <a:pt x="442" y="368"/>
                </a:lnTo>
                <a:lnTo>
                  <a:pt x="440" y="369"/>
                </a:lnTo>
                <a:lnTo>
                  <a:pt x="438" y="371"/>
                </a:lnTo>
                <a:lnTo>
                  <a:pt x="434" y="376"/>
                </a:lnTo>
                <a:lnTo>
                  <a:pt x="429" y="382"/>
                </a:lnTo>
                <a:lnTo>
                  <a:pt x="427" y="385"/>
                </a:lnTo>
                <a:lnTo>
                  <a:pt x="422" y="388"/>
                </a:lnTo>
                <a:lnTo>
                  <a:pt x="419" y="390"/>
                </a:lnTo>
                <a:lnTo>
                  <a:pt x="417" y="392"/>
                </a:lnTo>
                <a:lnTo>
                  <a:pt x="416" y="393"/>
                </a:lnTo>
                <a:lnTo>
                  <a:pt x="413" y="394"/>
                </a:lnTo>
                <a:lnTo>
                  <a:pt x="412" y="396"/>
                </a:lnTo>
                <a:lnTo>
                  <a:pt x="410" y="397"/>
                </a:lnTo>
                <a:lnTo>
                  <a:pt x="409" y="398"/>
                </a:lnTo>
                <a:lnTo>
                  <a:pt x="406" y="399"/>
                </a:lnTo>
                <a:lnTo>
                  <a:pt x="404" y="399"/>
                </a:lnTo>
                <a:lnTo>
                  <a:pt x="402" y="401"/>
                </a:lnTo>
                <a:lnTo>
                  <a:pt x="400" y="402"/>
                </a:lnTo>
                <a:lnTo>
                  <a:pt x="396" y="404"/>
                </a:lnTo>
                <a:lnTo>
                  <a:pt x="387" y="409"/>
                </a:lnTo>
                <a:lnTo>
                  <a:pt x="389" y="410"/>
                </a:lnTo>
                <a:lnTo>
                  <a:pt x="392" y="414"/>
                </a:lnTo>
                <a:lnTo>
                  <a:pt x="398" y="419"/>
                </a:lnTo>
                <a:lnTo>
                  <a:pt x="404" y="424"/>
                </a:lnTo>
                <a:lnTo>
                  <a:pt x="406" y="427"/>
                </a:lnTo>
                <a:lnTo>
                  <a:pt x="409" y="430"/>
                </a:lnTo>
                <a:lnTo>
                  <a:pt x="411" y="432"/>
                </a:lnTo>
                <a:lnTo>
                  <a:pt x="412" y="435"/>
                </a:lnTo>
                <a:lnTo>
                  <a:pt x="413" y="437"/>
                </a:lnTo>
                <a:lnTo>
                  <a:pt x="415" y="438"/>
                </a:lnTo>
                <a:lnTo>
                  <a:pt x="416" y="441"/>
                </a:lnTo>
                <a:lnTo>
                  <a:pt x="417" y="442"/>
                </a:lnTo>
                <a:lnTo>
                  <a:pt x="417" y="444"/>
                </a:lnTo>
                <a:lnTo>
                  <a:pt x="419" y="447"/>
                </a:lnTo>
                <a:lnTo>
                  <a:pt x="422" y="452"/>
                </a:lnTo>
                <a:lnTo>
                  <a:pt x="423" y="453"/>
                </a:lnTo>
                <a:lnTo>
                  <a:pt x="424" y="455"/>
                </a:lnTo>
                <a:lnTo>
                  <a:pt x="425" y="458"/>
                </a:lnTo>
                <a:lnTo>
                  <a:pt x="427" y="460"/>
                </a:lnTo>
                <a:lnTo>
                  <a:pt x="429" y="465"/>
                </a:lnTo>
                <a:lnTo>
                  <a:pt x="429" y="466"/>
                </a:lnTo>
                <a:lnTo>
                  <a:pt x="430" y="469"/>
                </a:lnTo>
                <a:lnTo>
                  <a:pt x="432" y="471"/>
                </a:lnTo>
                <a:lnTo>
                  <a:pt x="432" y="473"/>
                </a:lnTo>
                <a:lnTo>
                  <a:pt x="433" y="475"/>
                </a:lnTo>
                <a:lnTo>
                  <a:pt x="434" y="480"/>
                </a:lnTo>
                <a:lnTo>
                  <a:pt x="436" y="486"/>
                </a:lnTo>
                <a:lnTo>
                  <a:pt x="446" y="516"/>
                </a:lnTo>
                <a:lnTo>
                  <a:pt x="446" y="519"/>
                </a:lnTo>
                <a:lnTo>
                  <a:pt x="446" y="521"/>
                </a:lnTo>
                <a:lnTo>
                  <a:pt x="447" y="524"/>
                </a:lnTo>
                <a:lnTo>
                  <a:pt x="447" y="526"/>
                </a:lnTo>
                <a:lnTo>
                  <a:pt x="448" y="529"/>
                </a:lnTo>
                <a:lnTo>
                  <a:pt x="450" y="534"/>
                </a:lnTo>
                <a:lnTo>
                  <a:pt x="451" y="540"/>
                </a:lnTo>
                <a:lnTo>
                  <a:pt x="451" y="542"/>
                </a:lnTo>
                <a:lnTo>
                  <a:pt x="452" y="545"/>
                </a:lnTo>
                <a:lnTo>
                  <a:pt x="452" y="547"/>
                </a:lnTo>
                <a:lnTo>
                  <a:pt x="453" y="553"/>
                </a:lnTo>
                <a:lnTo>
                  <a:pt x="454" y="556"/>
                </a:lnTo>
                <a:lnTo>
                  <a:pt x="456" y="560"/>
                </a:lnTo>
                <a:lnTo>
                  <a:pt x="457" y="565"/>
                </a:lnTo>
                <a:lnTo>
                  <a:pt x="457" y="569"/>
                </a:lnTo>
                <a:lnTo>
                  <a:pt x="458" y="571"/>
                </a:lnTo>
                <a:lnTo>
                  <a:pt x="458" y="574"/>
                </a:lnTo>
                <a:lnTo>
                  <a:pt x="459" y="579"/>
                </a:lnTo>
                <a:lnTo>
                  <a:pt x="461" y="581"/>
                </a:lnTo>
                <a:lnTo>
                  <a:pt x="461" y="587"/>
                </a:lnTo>
                <a:lnTo>
                  <a:pt x="462" y="592"/>
                </a:lnTo>
                <a:lnTo>
                  <a:pt x="463" y="595"/>
                </a:lnTo>
                <a:lnTo>
                  <a:pt x="463" y="597"/>
                </a:lnTo>
                <a:lnTo>
                  <a:pt x="464" y="601"/>
                </a:lnTo>
                <a:lnTo>
                  <a:pt x="468" y="613"/>
                </a:lnTo>
                <a:lnTo>
                  <a:pt x="469" y="620"/>
                </a:lnTo>
                <a:lnTo>
                  <a:pt x="470" y="626"/>
                </a:lnTo>
                <a:lnTo>
                  <a:pt x="470" y="629"/>
                </a:lnTo>
                <a:lnTo>
                  <a:pt x="471" y="631"/>
                </a:lnTo>
                <a:lnTo>
                  <a:pt x="471" y="634"/>
                </a:lnTo>
                <a:lnTo>
                  <a:pt x="473" y="640"/>
                </a:lnTo>
                <a:lnTo>
                  <a:pt x="474" y="642"/>
                </a:lnTo>
                <a:lnTo>
                  <a:pt x="475" y="647"/>
                </a:lnTo>
                <a:lnTo>
                  <a:pt x="475" y="652"/>
                </a:lnTo>
                <a:lnTo>
                  <a:pt x="476" y="656"/>
                </a:lnTo>
                <a:lnTo>
                  <a:pt x="476" y="658"/>
                </a:lnTo>
                <a:lnTo>
                  <a:pt x="477" y="660"/>
                </a:lnTo>
                <a:lnTo>
                  <a:pt x="479" y="665"/>
                </a:lnTo>
                <a:lnTo>
                  <a:pt x="479" y="668"/>
                </a:lnTo>
                <a:lnTo>
                  <a:pt x="480" y="674"/>
                </a:lnTo>
                <a:lnTo>
                  <a:pt x="481" y="676"/>
                </a:lnTo>
                <a:lnTo>
                  <a:pt x="483" y="686"/>
                </a:lnTo>
                <a:lnTo>
                  <a:pt x="486" y="697"/>
                </a:lnTo>
                <a:lnTo>
                  <a:pt x="488" y="708"/>
                </a:lnTo>
                <a:lnTo>
                  <a:pt x="491" y="718"/>
                </a:lnTo>
                <a:lnTo>
                  <a:pt x="493" y="731"/>
                </a:lnTo>
                <a:lnTo>
                  <a:pt x="496" y="743"/>
                </a:lnTo>
                <a:lnTo>
                  <a:pt x="499" y="754"/>
                </a:lnTo>
                <a:lnTo>
                  <a:pt x="499" y="758"/>
                </a:lnTo>
                <a:lnTo>
                  <a:pt x="499" y="761"/>
                </a:lnTo>
                <a:lnTo>
                  <a:pt x="500" y="763"/>
                </a:lnTo>
                <a:lnTo>
                  <a:pt x="502" y="768"/>
                </a:lnTo>
                <a:lnTo>
                  <a:pt x="502" y="770"/>
                </a:lnTo>
                <a:lnTo>
                  <a:pt x="503" y="776"/>
                </a:lnTo>
                <a:lnTo>
                  <a:pt x="504" y="779"/>
                </a:lnTo>
                <a:lnTo>
                  <a:pt x="506" y="793"/>
                </a:lnTo>
                <a:lnTo>
                  <a:pt x="307" y="793"/>
                </a:lnTo>
                <a:lnTo>
                  <a:pt x="306" y="787"/>
                </a:lnTo>
                <a:lnTo>
                  <a:pt x="303" y="781"/>
                </a:lnTo>
                <a:lnTo>
                  <a:pt x="303" y="779"/>
                </a:lnTo>
                <a:lnTo>
                  <a:pt x="301" y="769"/>
                </a:lnTo>
                <a:lnTo>
                  <a:pt x="301" y="764"/>
                </a:lnTo>
                <a:lnTo>
                  <a:pt x="299" y="753"/>
                </a:lnTo>
                <a:lnTo>
                  <a:pt x="297" y="747"/>
                </a:lnTo>
                <a:lnTo>
                  <a:pt x="296" y="742"/>
                </a:lnTo>
                <a:lnTo>
                  <a:pt x="295" y="730"/>
                </a:lnTo>
                <a:lnTo>
                  <a:pt x="291" y="719"/>
                </a:lnTo>
                <a:lnTo>
                  <a:pt x="291" y="715"/>
                </a:lnTo>
                <a:lnTo>
                  <a:pt x="289" y="706"/>
                </a:lnTo>
                <a:lnTo>
                  <a:pt x="288" y="696"/>
                </a:lnTo>
                <a:lnTo>
                  <a:pt x="286" y="686"/>
                </a:lnTo>
                <a:lnTo>
                  <a:pt x="284" y="676"/>
                </a:lnTo>
                <a:lnTo>
                  <a:pt x="284" y="673"/>
                </a:lnTo>
                <a:lnTo>
                  <a:pt x="282" y="663"/>
                </a:lnTo>
                <a:lnTo>
                  <a:pt x="280" y="657"/>
                </a:lnTo>
                <a:lnTo>
                  <a:pt x="279" y="652"/>
                </a:lnTo>
                <a:lnTo>
                  <a:pt x="278" y="646"/>
                </a:lnTo>
                <a:lnTo>
                  <a:pt x="277" y="640"/>
                </a:lnTo>
                <a:lnTo>
                  <a:pt x="276" y="634"/>
                </a:lnTo>
                <a:lnTo>
                  <a:pt x="274" y="628"/>
                </a:lnTo>
                <a:lnTo>
                  <a:pt x="273" y="621"/>
                </a:lnTo>
                <a:lnTo>
                  <a:pt x="272" y="615"/>
                </a:lnTo>
                <a:lnTo>
                  <a:pt x="268" y="598"/>
                </a:lnTo>
                <a:lnTo>
                  <a:pt x="268" y="595"/>
                </a:lnTo>
                <a:lnTo>
                  <a:pt x="266" y="586"/>
                </a:lnTo>
                <a:lnTo>
                  <a:pt x="265" y="576"/>
                </a:lnTo>
                <a:lnTo>
                  <a:pt x="263" y="568"/>
                </a:lnTo>
                <a:lnTo>
                  <a:pt x="261" y="559"/>
                </a:lnTo>
                <a:lnTo>
                  <a:pt x="261" y="556"/>
                </a:lnTo>
                <a:lnTo>
                  <a:pt x="259" y="548"/>
                </a:lnTo>
                <a:lnTo>
                  <a:pt x="257" y="541"/>
                </a:lnTo>
                <a:lnTo>
                  <a:pt x="257" y="537"/>
                </a:lnTo>
                <a:lnTo>
                  <a:pt x="256" y="530"/>
                </a:lnTo>
                <a:lnTo>
                  <a:pt x="255" y="526"/>
                </a:lnTo>
                <a:lnTo>
                  <a:pt x="254" y="523"/>
                </a:lnTo>
                <a:lnTo>
                  <a:pt x="254" y="520"/>
                </a:lnTo>
                <a:lnTo>
                  <a:pt x="253" y="513"/>
                </a:lnTo>
                <a:lnTo>
                  <a:pt x="250" y="505"/>
                </a:lnTo>
                <a:lnTo>
                  <a:pt x="250" y="503"/>
                </a:lnTo>
                <a:lnTo>
                  <a:pt x="249" y="496"/>
                </a:lnTo>
                <a:lnTo>
                  <a:pt x="247" y="488"/>
                </a:lnTo>
                <a:lnTo>
                  <a:pt x="245" y="481"/>
                </a:lnTo>
                <a:lnTo>
                  <a:pt x="244" y="479"/>
                </a:lnTo>
                <a:lnTo>
                  <a:pt x="243" y="475"/>
                </a:lnTo>
                <a:lnTo>
                  <a:pt x="243" y="473"/>
                </a:lnTo>
                <a:lnTo>
                  <a:pt x="243" y="471"/>
                </a:lnTo>
                <a:lnTo>
                  <a:pt x="242" y="469"/>
                </a:lnTo>
                <a:lnTo>
                  <a:pt x="241" y="464"/>
                </a:lnTo>
                <a:lnTo>
                  <a:pt x="239" y="462"/>
                </a:lnTo>
                <a:lnTo>
                  <a:pt x="238" y="459"/>
                </a:lnTo>
                <a:lnTo>
                  <a:pt x="237" y="457"/>
                </a:lnTo>
                <a:lnTo>
                  <a:pt x="236" y="454"/>
                </a:lnTo>
                <a:lnTo>
                  <a:pt x="233" y="452"/>
                </a:lnTo>
                <a:lnTo>
                  <a:pt x="232" y="451"/>
                </a:lnTo>
                <a:lnTo>
                  <a:pt x="230" y="447"/>
                </a:lnTo>
                <a:lnTo>
                  <a:pt x="226" y="446"/>
                </a:lnTo>
                <a:lnTo>
                  <a:pt x="221" y="444"/>
                </a:lnTo>
                <a:lnTo>
                  <a:pt x="216" y="444"/>
                </a:lnTo>
                <a:lnTo>
                  <a:pt x="205" y="446"/>
                </a:lnTo>
                <a:lnTo>
                  <a:pt x="205" y="793"/>
                </a:lnTo>
                <a:lnTo>
                  <a:pt x="12" y="793"/>
                </a:lnTo>
                <a:lnTo>
                  <a:pt x="12" y="0"/>
                </a:lnTo>
                <a:close/>
              </a:path>
            </a:pathLst>
          </a:custGeom>
          <a:solidFill>
            <a:srgbClr val="003F56"/>
          </a:solidFill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0"/>
          <p:cNvSpPr txBox="1">
            <a:spLocks noGrp="1"/>
          </p:cNvSpPr>
          <p:nvPr>
            <p:ph type="title"/>
          </p:nvPr>
        </p:nvSpPr>
        <p:spPr>
          <a:xfrm>
            <a:off x="317990" y="1"/>
            <a:ext cx="4254000" cy="10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550" rIns="79125" bIns="39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70"/>
          <p:cNvSpPr txBox="1"/>
          <p:nvPr/>
        </p:nvSpPr>
        <p:spPr>
          <a:xfrm>
            <a:off x="7978746" y="4787300"/>
            <a:ext cx="8574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27845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ru-RU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70" descr="https://lh6.googleusercontent.com/lYHakwS-sx6WsbCKEEyDWd8IPXhShV0JM5avf7HRquBa2knouHRGO0jHKnv49M1KVqTmM2Tbte1IEyzMT7RzlerscgeTrTFRMNA6KBveI-MHHjIaJJACJOyt2lxbbAK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59984" y="233388"/>
            <a:ext cx="958963" cy="53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91">
          <p15:clr>
            <a:srgbClr val="FBAE40"/>
          </p15:clr>
        </p15:guide>
        <p15:guide id="4" orient="horz" pos="429">
          <p15:clr>
            <a:srgbClr val="FBAE40"/>
          </p15:clr>
        </p15:guide>
        <p15:guide id="5" orient="horz" pos="3049">
          <p15:clr>
            <a:srgbClr val="FBAE40"/>
          </p15:clr>
        </p15:guide>
        <p15:guide id="6" pos="1973">
          <p15:clr>
            <a:srgbClr val="FBAE40"/>
          </p15:clr>
        </p15:guide>
        <p15:guide id="7" pos="3743">
          <p15:clr>
            <a:srgbClr val="FBAE40"/>
          </p15:clr>
        </p15:guide>
        <p15:guide id="8" pos="5560">
          <p15:clr>
            <a:srgbClr val="FBAE40"/>
          </p15:clr>
        </p15:guide>
        <p15:guide id="9" pos="200">
          <p15:clr>
            <a:srgbClr val="FBAE40"/>
          </p15:clr>
        </p15:guide>
        <p15:guide id="10" orient="horz" pos="6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1524000" y="171450"/>
            <a:ext cx="7162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38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1600200" y="971552"/>
            <a:ext cx="70866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457200" marR="0" lvl="0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Times New Roman"/>
              <a:buChar char="•"/>
              <a:defRPr sz="21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Times New Roman"/>
              <a:buChar char="•"/>
              <a:defRPr sz="17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Times New Roman"/>
              <a:buChar char="•"/>
              <a:defRPr sz="16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Char char="•"/>
              <a:defRPr sz="1400" b="0" i="0" u="none" strike="noStrike" cap="non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51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39550" rIns="79125" bIns="3955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eddit.com/r/ADHD/comments/r2zi3r/i_spent_over_500_days_trying_productivity_apps_so/?rdt=54486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usinessresearchinsights.com/market-reports/productivity-apps-market-11779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13116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 txBox="1"/>
          <p:nvPr/>
        </p:nvSpPr>
        <p:spPr>
          <a:xfrm>
            <a:off x="625305" y="1589027"/>
            <a:ext cx="6782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3200" b="1" dirty="0">
                <a:solidFill>
                  <a:schemeClr val="lt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</a:t>
            </a:r>
            <a:r>
              <a:rPr lang="en-US" sz="3200" b="1" dirty="0">
                <a:solidFill>
                  <a:schemeClr val="lt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Productive Social</a:t>
            </a:r>
            <a:endParaRPr sz="3200" b="1" dirty="0">
              <a:solidFill>
                <a:schemeClr val="lt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745037" y="4472079"/>
            <a:ext cx="357758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1200"/>
            </a:pPr>
            <a:r>
              <a:rPr lang="ru-RU" b="0" i="0" u="none" strike="noStrike" cap="none" dirty="0">
                <a:solidFill>
                  <a:schemeClr val="lt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Презентация проекта Бизнес-тезис</a:t>
            </a:r>
            <a:endParaRPr lang="en-US" dirty="0">
              <a:solidFill>
                <a:schemeClr val="lt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>
              <a:buSzPts val="1200"/>
            </a:pP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19 </a:t>
            </a:r>
            <a:r>
              <a:rPr lang="ru-RU" dirty="0">
                <a:solidFill>
                  <a:schemeClr val="bg1"/>
                </a:solidFill>
                <a:latin typeface="Garamond" panose="02020404030301010803" pitchFamily="18" charset="0"/>
              </a:rPr>
              <a:t>декабря 2025 года</a:t>
            </a:r>
            <a:r>
              <a:rPr lang="ru-RU" b="0" i="0" u="none" strike="noStrike" cap="none" dirty="0">
                <a:solidFill>
                  <a:schemeClr val="lt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</a:t>
            </a:r>
            <a:endParaRPr b="0" i="0" u="none" strike="noStrike" cap="none" dirty="0">
              <a:solidFill>
                <a:schemeClr val="lt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321" y="8808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F519D9-78A4-DABC-383F-424E5433D1E7}"/>
              </a:ext>
            </a:extLst>
          </p:cNvPr>
          <p:cNvSpPr txBox="1"/>
          <p:nvPr/>
        </p:nvSpPr>
        <p:spPr>
          <a:xfrm>
            <a:off x="625305" y="2199928"/>
            <a:ext cx="5373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Garamond" panose="02020404030301010803" pitchFamily="18" charset="0"/>
              </a:rPr>
              <a:t>Общее мобильное приложение для самоуправления и ведения дневников с функциями соцсетей. </a:t>
            </a:r>
            <a:endParaRPr lang="en-US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B76D1B-994A-F477-5565-83AACB56828E}"/>
              </a:ext>
            </a:extLst>
          </p:cNvPr>
          <p:cNvSpPr/>
          <p:nvPr/>
        </p:nvSpPr>
        <p:spPr>
          <a:xfrm>
            <a:off x="588898" y="1075727"/>
            <a:ext cx="4880264" cy="275539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7" name="Google Shape;157;g2a044f4d009_0_2"/>
          <p:cNvSpPr txBox="1"/>
          <p:nvPr/>
        </p:nvSpPr>
        <p:spPr>
          <a:xfrm>
            <a:off x="588898" y="364181"/>
            <a:ext cx="35929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700"/>
            </a:pPr>
            <a:r>
              <a:rPr lang="ru-RU" sz="2600" b="1" i="0" u="none" strike="noStrike" cap="none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Описание проблемы</a:t>
            </a:r>
            <a:endParaRPr sz="2600" b="1" i="0" u="none" strike="noStrike" cap="none" dirty="0">
              <a:solidFill>
                <a:srgbClr val="000000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160" name="Google Shape;160;g2a044f4d009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2F5989-68C7-43A4-6EC0-696C016A01B5}"/>
              </a:ext>
            </a:extLst>
          </p:cNvPr>
          <p:cNvSpPr txBox="1"/>
          <p:nvPr/>
        </p:nvSpPr>
        <p:spPr>
          <a:xfrm>
            <a:off x="753521" y="1330039"/>
            <a:ext cx="45510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ysClr val="windowText" lastClr="000000"/>
                </a:solidFill>
                <a:latin typeface="Garamond" panose="02020404030301010803" pitchFamily="18" charset="0"/>
              </a:rPr>
              <a:t>Специализированные приложения для управления различными аспектами продуктивности сосредоточены на конкретных задачах, поэтому пользователям приходится использовать несколько инструментов одновременно для достижения своих целей. </a:t>
            </a:r>
            <a:endParaRPr lang="en-US" sz="2400" dirty="0">
              <a:solidFill>
                <a:sysClr val="windowText" lastClr="00000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840C7-2A6D-7C60-97E5-91EAF2D94156}"/>
              </a:ext>
            </a:extLst>
          </p:cNvPr>
          <p:cNvSpPr txBox="1"/>
          <p:nvPr/>
        </p:nvSpPr>
        <p:spPr>
          <a:xfrm>
            <a:off x="588898" y="4142465"/>
            <a:ext cx="83844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пользователь </a:t>
            </a:r>
            <a:r>
              <a:rPr lang="en-US" sz="1600" i="1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reddit </a:t>
            </a:r>
            <a:r>
              <a:rPr lang="ru-RU" sz="1600" i="1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описывает, как трудно найти хорошее приложение для самостоятельного управления</a:t>
            </a:r>
            <a:endParaRPr lang="en-US" sz="1600" i="1" dirty="0">
              <a:solidFill>
                <a:schemeClr val="bg1">
                  <a:lumMod val="75000"/>
                </a:schemeClr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CECAF9F-9D19-609A-101D-3216DF1DD16B}"/>
              </a:ext>
            </a:extLst>
          </p:cNvPr>
          <p:cNvSpPr/>
          <p:nvPr/>
        </p:nvSpPr>
        <p:spPr>
          <a:xfrm>
            <a:off x="682814" y="3474068"/>
            <a:ext cx="7875970" cy="104851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66" name="Google Shape;166;g2a044f4d009_0_18"/>
          <p:cNvSpPr txBox="1"/>
          <p:nvPr/>
        </p:nvSpPr>
        <p:spPr>
          <a:xfrm>
            <a:off x="634015" y="364181"/>
            <a:ext cx="1508126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600" b="1" i="0" u="none" strike="noStrike" cap="none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Решение</a:t>
            </a:r>
            <a:endParaRPr sz="2600" b="1" i="0" u="none" strike="noStrike" cap="none" dirty="0">
              <a:solidFill>
                <a:srgbClr val="000000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169" name="Google Shape;169;g2a044f4d009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4073B6-9D6D-53A5-125B-90CA9F7D61C9}"/>
              </a:ext>
            </a:extLst>
          </p:cNvPr>
          <p:cNvSpPr/>
          <p:nvPr/>
        </p:nvSpPr>
        <p:spPr>
          <a:xfrm>
            <a:off x="682814" y="1438599"/>
            <a:ext cx="2048194" cy="6991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Создание рутины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E78C57-F324-0B3D-5F78-7AD33709E072}"/>
              </a:ext>
            </a:extLst>
          </p:cNvPr>
          <p:cNvSpPr txBox="1"/>
          <p:nvPr/>
        </p:nvSpPr>
        <p:spPr>
          <a:xfrm>
            <a:off x="727746" y="3767491"/>
            <a:ext cx="7539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Productive</a:t>
            </a:r>
            <a:r>
              <a:rPr lang="ru-RU" sz="2400" b="1" dirty="0">
                <a:latin typeface="Garamond" panose="02020404030301010803" pitchFamily="18" charset="0"/>
              </a:rPr>
              <a:t> </a:t>
            </a:r>
            <a:r>
              <a:rPr lang="en-US" sz="2400" b="1" dirty="0">
                <a:latin typeface="Garamond" panose="02020404030301010803" pitchFamily="18" charset="0"/>
              </a:rPr>
              <a:t>Social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ru-RU" sz="1600" dirty="0">
                <a:latin typeface="Garamond" panose="02020404030301010803" pitchFamily="18" charset="0"/>
              </a:rPr>
              <a:t>- все самоуправления и саморазвития приложений в одном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725DB-77A8-E19E-C3F2-7469A4B6420D}"/>
              </a:ext>
            </a:extLst>
          </p:cNvPr>
          <p:cNvSpPr txBox="1"/>
          <p:nvPr/>
        </p:nvSpPr>
        <p:spPr>
          <a:xfrm>
            <a:off x="531961" y="910840"/>
            <a:ext cx="3256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Garamond" panose="02020404030301010803" pitchFamily="18" charset="0"/>
              </a:rPr>
              <a:t>Бывают разные приложения для:</a:t>
            </a:r>
            <a:endParaRPr lang="en-US" sz="1600" b="1" dirty="0">
              <a:latin typeface="Garamond" panose="02020404030301010803" pitchFamily="18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8D3978-A769-9F5C-E73E-39EEF11E0E4D}"/>
              </a:ext>
            </a:extLst>
          </p:cNvPr>
          <p:cNvSpPr/>
          <p:nvPr/>
        </p:nvSpPr>
        <p:spPr>
          <a:xfrm>
            <a:off x="4953665" y="2434959"/>
            <a:ext cx="2048194" cy="6991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Дневник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B02B10F-CC3F-6D78-DB21-2630CB758B86}"/>
              </a:ext>
            </a:extLst>
          </p:cNvPr>
          <p:cNvSpPr/>
          <p:nvPr/>
        </p:nvSpPr>
        <p:spPr>
          <a:xfrm>
            <a:off x="2142141" y="2434960"/>
            <a:ext cx="2048194" cy="6991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Создание привычек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409B339-9BF7-570C-7574-9CE4A62763F2}"/>
              </a:ext>
            </a:extLst>
          </p:cNvPr>
          <p:cNvSpPr/>
          <p:nvPr/>
        </p:nvSpPr>
        <p:spPr>
          <a:xfrm>
            <a:off x="6199334" y="1438597"/>
            <a:ext cx="2048194" cy="6991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Продуктивность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9F1A1C0-6E13-A87B-86D8-E2FCA58AD300}"/>
              </a:ext>
            </a:extLst>
          </p:cNvPr>
          <p:cNvSpPr/>
          <p:nvPr/>
        </p:nvSpPr>
        <p:spPr>
          <a:xfrm>
            <a:off x="3396086" y="1438597"/>
            <a:ext cx="2048194" cy="69918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Задачи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f7d5fdc8f_0_19"/>
          <p:cNvSpPr txBox="1"/>
          <p:nvPr/>
        </p:nvSpPr>
        <p:spPr>
          <a:xfrm>
            <a:off x="634041" y="302719"/>
            <a:ext cx="530346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8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Раздел 2. Интеллектуальная собственность</a:t>
            </a:r>
            <a:endParaRPr lang="en-US" sz="1800" b="1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18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Выбор способов защиты</a:t>
            </a:r>
            <a:endParaRPr sz="1800" b="1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191" name="Google Shape;191;g1ef7d5fdc8f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97095AC-5218-3864-805F-761B8951563F}"/>
              </a:ext>
            </a:extLst>
          </p:cNvPr>
          <p:cNvSpPr/>
          <p:nvPr/>
        </p:nvSpPr>
        <p:spPr>
          <a:xfrm>
            <a:off x="634042" y="2182368"/>
            <a:ext cx="2452916" cy="14386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Исходный код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Запатентованные алгоритмы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Документация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10681-C498-EF27-DBF0-C198AB08C534}"/>
              </a:ext>
            </a:extLst>
          </p:cNvPr>
          <p:cNvSpPr txBox="1"/>
          <p:nvPr/>
        </p:nvSpPr>
        <p:spPr>
          <a:xfrm>
            <a:off x="634041" y="1694688"/>
            <a:ext cx="2475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Программное обеспечение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B4E645-03E6-D8C7-5BE8-1003A0D1801E}"/>
              </a:ext>
            </a:extLst>
          </p:cNvPr>
          <p:cNvSpPr/>
          <p:nvPr/>
        </p:nvSpPr>
        <p:spPr>
          <a:xfrm>
            <a:off x="3363830" y="2170176"/>
            <a:ext cx="2416340" cy="21701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Включая данные, аналитику, статистику, контент, разработанный или курируемый специально для приложения.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93BCF-5BCB-D052-5B19-8E43DD956915}"/>
              </a:ext>
            </a:extLst>
          </p:cNvPr>
          <p:cNvSpPr txBox="1"/>
          <p:nvPr/>
        </p:nvSpPr>
        <p:spPr>
          <a:xfrm>
            <a:off x="3363830" y="1682496"/>
            <a:ext cx="15359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частные данные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680413E-4EDF-843A-CF17-1669ACEDF400}"/>
              </a:ext>
            </a:extLst>
          </p:cNvPr>
          <p:cNvSpPr/>
          <p:nvPr/>
        </p:nvSpPr>
        <p:spPr>
          <a:xfrm>
            <a:off x="6093620" y="2182368"/>
            <a:ext cx="2416340" cy="143865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Дизайн и художественные работы</a:t>
            </a:r>
            <a:endParaRPr lang="en-US" sz="1600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Имена домены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E6000A-60FF-985F-6D73-164DCE47458F}"/>
              </a:ext>
            </a:extLst>
          </p:cNvPr>
          <p:cNvSpPr txBox="1"/>
          <p:nvPr/>
        </p:nvSpPr>
        <p:spPr>
          <a:xfrm>
            <a:off x="6093619" y="1694688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Товарные знаки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ef7d5fdc8f_0_31"/>
          <p:cNvSpPr txBox="1"/>
          <p:nvPr/>
        </p:nvSpPr>
        <p:spPr>
          <a:xfrm>
            <a:off x="634015" y="302719"/>
            <a:ext cx="49584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4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Раздел 3. Маркетинговая стратегия</a:t>
            </a:r>
            <a:endParaRPr sz="2400" b="1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TAM SAM SOM</a:t>
            </a:r>
            <a:endParaRPr sz="2400" b="1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06" name="Google Shape;206;g1ef7d5fdc8f_0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45517F-32D6-C97C-3FAE-F81C6C22EEE7}"/>
              </a:ext>
            </a:extLst>
          </p:cNvPr>
          <p:cNvSpPr txBox="1"/>
          <p:nvPr/>
        </p:nvSpPr>
        <p:spPr>
          <a:xfrm>
            <a:off x="634015" y="3024899"/>
            <a:ext cx="52181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Рынок приложений для повышения производительности демонстрирует устойчивый рост, поскольку организации и люди все чаще используют виртуальное оборудование для повышения эффективности, оптимизации рабочих процессов и улучшения управления проектами.</a:t>
            </a:r>
          </a:p>
          <a:p>
            <a:endParaRPr lang="ru-RU" sz="1600" dirty="0">
              <a:latin typeface="Garamond" panose="02020404030301010803" pitchFamily="18" charset="0"/>
            </a:endParaRPr>
          </a:p>
          <a:p>
            <a:r>
              <a:rPr lang="ru-RU" sz="1600" dirty="0">
                <a:latin typeface="Garamond" panose="02020404030301010803" pitchFamily="18" charset="0"/>
              </a:rPr>
              <a:t>Источник: </a:t>
            </a:r>
            <a:r>
              <a:rPr lang="en-US" sz="1600" dirty="0">
                <a:latin typeface="Garamond" panose="02020404030301010803" pitchFamily="18" charset="0"/>
                <a:hlinkClick r:id="rId4"/>
              </a:rPr>
              <a:t>https://www.businessresearchinsights.com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6D717-4414-5179-DEAC-E2A894615B9D}"/>
              </a:ext>
            </a:extLst>
          </p:cNvPr>
          <p:cNvSpPr txBox="1"/>
          <p:nvPr/>
        </p:nvSpPr>
        <p:spPr>
          <a:xfrm>
            <a:off x="634015" y="1186983"/>
            <a:ext cx="4096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0070C0"/>
                </a:solidFill>
                <a:latin typeface="Garamond" panose="02020404030301010803" pitchFamily="18" charset="0"/>
              </a:rPr>
              <a:t>Мировой рынок приложений для повышения производительности</a:t>
            </a:r>
            <a:endParaRPr lang="en-US" sz="1800" b="1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067A5-51B2-259C-8121-1D7ADB664F69}"/>
              </a:ext>
            </a:extLst>
          </p:cNvPr>
          <p:cNvSpPr txBox="1"/>
          <p:nvPr/>
        </p:nvSpPr>
        <p:spPr>
          <a:xfrm>
            <a:off x="634015" y="2102025"/>
            <a:ext cx="2714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Прогнозируемый рост</a:t>
            </a:r>
            <a:r>
              <a:rPr lang="en-US" sz="1600" dirty="0">
                <a:latin typeface="Garamond" panose="02020404030301010803" pitchFamily="18" charset="0"/>
              </a:rPr>
              <a:t> </a:t>
            </a:r>
            <a:r>
              <a:rPr lang="ru-RU" sz="1600" dirty="0">
                <a:latin typeface="Garamond" panose="02020404030301010803" pitchFamily="18" charset="0"/>
              </a:rPr>
              <a:t>к 2035</a:t>
            </a:r>
          </a:p>
          <a:p>
            <a:r>
              <a:rPr lang="en-US" sz="1600" dirty="0">
                <a:latin typeface="Garamond" panose="02020404030301010803" pitchFamily="18" charset="0"/>
              </a:rPr>
              <a:t>CAGR ~ 9.2%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1D4F4D-0E39-06B5-6DCD-72F81706FE5E}"/>
              </a:ext>
            </a:extLst>
          </p:cNvPr>
          <p:cNvSpPr/>
          <p:nvPr/>
        </p:nvSpPr>
        <p:spPr>
          <a:xfrm>
            <a:off x="6204082" y="1476532"/>
            <a:ext cx="2048194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TAM ~ $150 </a:t>
            </a:r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млрд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4FAA1A0-6E4E-53E0-BD61-22AF4B2619DA}"/>
              </a:ext>
            </a:extLst>
          </p:cNvPr>
          <p:cNvSpPr/>
          <p:nvPr/>
        </p:nvSpPr>
        <p:spPr>
          <a:xfrm>
            <a:off x="6413023" y="2319957"/>
            <a:ext cx="2048194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SAM ~ $</a:t>
            </a:r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10 - </a:t>
            </a:r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15 </a:t>
            </a:r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млрд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26679C-C85C-D02F-C949-8645D0FB1B81}"/>
              </a:ext>
            </a:extLst>
          </p:cNvPr>
          <p:cNvSpPr/>
          <p:nvPr/>
        </p:nvSpPr>
        <p:spPr>
          <a:xfrm>
            <a:off x="6621964" y="3186706"/>
            <a:ext cx="2048194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SOM ~</a:t>
            </a:r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$</a:t>
            </a:r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1-1.5 млн</a:t>
            </a:r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ef7d5fdc8f_0_39"/>
          <p:cNvSpPr txBox="1"/>
          <p:nvPr/>
        </p:nvSpPr>
        <p:spPr>
          <a:xfrm>
            <a:off x="494390" y="354911"/>
            <a:ext cx="492187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3.2 Конкурентный ландшафт</a:t>
            </a:r>
            <a:endParaRPr sz="2600" b="1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15" name="Google Shape;215;g1ef7d5fdc8f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ef7d5fdc8f_0_39"/>
          <p:cNvSpPr txBox="1"/>
          <p:nvPr/>
        </p:nvSpPr>
        <p:spPr>
          <a:xfrm>
            <a:off x="634015" y="5656330"/>
            <a:ext cx="7875900" cy="1292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t" anchorCtr="0">
            <a:spAutoFit/>
          </a:bodyPr>
          <a:lstStyle/>
          <a:p>
            <a:pPr marL="1016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Основные конкуренты проекта</a:t>
            </a:r>
            <a:endParaRPr sz="1600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3937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buntu"/>
              <a:buChar char="●"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Прямые и непрямые конкурирующие технологии</a:t>
            </a:r>
            <a:endParaRPr sz="1600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3937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buntu"/>
              <a:buChar char="●"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Заменители и аналоги</a:t>
            </a:r>
            <a:endParaRPr sz="1600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3937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buntu"/>
              <a:buChar char="●"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Конкурентные преимущества проекта</a:t>
            </a:r>
            <a:endParaRPr sz="1600" b="0" i="0" u="none" strike="noStrike" cap="none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2740DC-B8BA-7C93-546A-ABC7756518EA}"/>
              </a:ext>
            </a:extLst>
          </p:cNvPr>
          <p:cNvSpPr/>
          <p:nvPr/>
        </p:nvSpPr>
        <p:spPr>
          <a:xfrm>
            <a:off x="494390" y="1209185"/>
            <a:ext cx="2431690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Отслеживание привычек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04638F5-CCE3-ADF3-B872-BFC62F8E7B97}"/>
              </a:ext>
            </a:extLst>
          </p:cNvPr>
          <p:cNvSpPr/>
          <p:nvPr/>
        </p:nvSpPr>
        <p:spPr>
          <a:xfrm>
            <a:off x="494390" y="1750898"/>
            <a:ext cx="2431690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Командное сотрудничество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B0FDE8-A704-2D68-A4BD-EE6FB8A77621}"/>
              </a:ext>
            </a:extLst>
          </p:cNvPr>
          <p:cNvSpPr/>
          <p:nvPr/>
        </p:nvSpPr>
        <p:spPr>
          <a:xfrm>
            <a:off x="494390" y="2288452"/>
            <a:ext cx="2431690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Задачи и управление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06BAF3-920E-D893-562A-8540EF02F2C1}"/>
              </a:ext>
            </a:extLst>
          </p:cNvPr>
          <p:cNvSpPr/>
          <p:nvPr/>
        </p:nvSpPr>
        <p:spPr>
          <a:xfrm>
            <a:off x="494390" y="2830167"/>
            <a:ext cx="2431690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Учет времени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9A69637-CD7A-47E3-8D72-BAC8B7445CCA}"/>
              </a:ext>
            </a:extLst>
          </p:cNvPr>
          <p:cNvSpPr/>
          <p:nvPr/>
        </p:nvSpPr>
        <p:spPr>
          <a:xfrm>
            <a:off x="494390" y="4520764"/>
            <a:ext cx="2431690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Стоимость подписки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6E1276-C48A-C546-9DDA-872F2A415DE8}"/>
              </a:ext>
            </a:extLst>
          </p:cNvPr>
          <p:cNvSpPr/>
          <p:nvPr/>
        </p:nvSpPr>
        <p:spPr>
          <a:xfrm>
            <a:off x="494390" y="3371882"/>
            <a:ext cx="2431690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Дневник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474F6-B933-8E37-3E6B-2B110A9ADAFA}"/>
              </a:ext>
            </a:extLst>
          </p:cNvPr>
          <p:cNvSpPr txBox="1"/>
          <p:nvPr/>
        </p:nvSpPr>
        <p:spPr>
          <a:xfrm>
            <a:off x="3453726" y="899281"/>
            <a:ext cx="907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Pro. 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D510F-AB82-E91D-5D04-06EFEB4AC074}"/>
              </a:ext>
            </a:extLst>
          </p:cNvPr>
          <p:cNvSpPr txBox="1"/>
          <p:nvPr/>
        </p:nvSpPr>
        <p:spPr>
          <a:xfrm>
            <a:off x="4734501" y="893059"/>
            <a:ext cx="1015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Notion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2AF43-D8CC-E175-71A1-10040E6F9366}"/>
              </a:ext>
            </a:extLst>
          </p:cNvPr>
          <p:cNvSpPr txBox="1"/>
          <p:nvPr/>
        </p:nvSpPr>
        <p:spPr>
          <a:xfrm>
            <a:off x="6015275" y="899281"/>
            <a:ext cx="1015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Trello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8BC54FA-5578-A1AE-A087-6D4645648E4C}"/>
              </a:ext>
            </a:extLst>
          </p:cNvPr>
          <p:cNvSpPr/>
          <p:nvPr/>
        </p:nvSpPr>
        <p:spPr>
          <a:xfrm>
            <a:off x="3453727" y="1213280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66D4F2-6D0F-C643-CF47-AF3BFC4692C1}"/>
              </a:ext>
            </a:extLst>
          </p:cNvPr>
          <p:cNvSpPr/>
          <p:nvPr/>
        </p:nvSpPr>
        <p:spPr>
          <a:xfrm>
            <a:off x="4734501" y="1211351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F530503-5A5B-E74E-8459-5CBB512D9FAF}"/>
              </a:ext>
            </a:extLst>
          </p:cNvPr>
          <p:cNvSpPr/>
          <p:nvPr/>
        </p:nvSpPr>
        <p:spPr>
          <a:xfrm>
            <a:off x="6015275" y="1213280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F42B01C-33AF-44F5-8EC0-ED7B512DD881}"/>
              </a:ext>
            </a:extLst>
          </p:cNvPr>
          <p:cNvSpPr/>
          <p:nvPr/>
        </p:nvSpPr>
        <p:spPr>
          <a:xfrm>
            <a:off x="3484207" y="2283067"/>
            <a:ext cx="974338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BE33CEB-BACA-69BA-4C86-2CA1993905A1}"/>
              </a:ext>
            </a:extLst>
          </p:cNvPr>
          <p:cNvSpPr/>
          <p:nvPr/>
        </p:nvSpPr>
        <p:spPr>
          <a:xfrm>
            <a:off x="4734501" y="2260503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63B5C72-3F6A-A9BC-A76F-C73A04FB302D}"/>
              </a:ext>
            </a:extLst>
          </p:cNvPr>
          <p:cNvSpPr/>
          <p:nvPr/>
        </p:nvSpPr>
        <p:spPr>
          <a:xfrm>
            <a:off x="6045755" y="2292547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F07E3AB-5331-00C3-31A8-AC81C453BC0F}"/>
              </a:ext>
            </a:extLst>
          </p:cNvPr>
          <p:cNvSpPr/>
          <p:nvPr/>
        </p:nvSpPr>
        <p:spPr>
          <a:xfrm>
            <a:off x="3484207" y="2834261"/>
            <a:ext cx="974338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5085CB8-7A33-38FE-29AC-6CD896D52B48}"/>
              </a:ext>
            </a:extLst>
          </p:cNvPr>
          <p:cNvSpPr/>
          <p:nvPr/>
        </p:nvSpPr>
        <p:spPr>
          <a:xfrm>
            <a:off x="4734501" y="2828040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EC6979D-6A09-8737-048E-21A22058F81B}"/>
              </a:ext>
            </a:extLst>
          </p:cNvPr>
          <p:cNvSpPr/>
          <p:nvPr/>
        </p:nvSpPr>
        <p:spPr>
          <a:xfrm>
            <a:off x="6045755" y="2825792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B19F7CD-C20A-905D-D756-F3DFCAD7A083}"/>
              </a:ext>
            </a:extLst>
          </p:cNvPr>
          <p:cNvSpPr/>
          <p:nvPr/>
        </p:nvSpPr>
        <p:spPr>
          <a:xfrm>
            <a:off x="3453727" y="3378632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D840238-21FE-1A8B-8E06-112FDC21E91F}"/>
              </a:ext>
            </a:extLst>
          </p:cNvPr>
          <p:cNvSpPr/>
          <p:nvPr/>
        </p:nvSpPr>
        <p:spPr>
          <a:xfrm>
            <a:off x="4734501" y="3378977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0252206-F48C-8FC6-5BB9-528B18835BB6}"/>
              </a:ext>
            </a:extLst>
          </p:cNvPr>
          <p:cNvSpPr/>
          <p:nvPr/>
        </p:nvSpPr>
        <p:spPr>
          <a:xfrm>
            <a:off x="6015275" y="3375977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79309A-77F3-9FED-CEF7-7F9CA3473560}"/>
              </a:ext>
            </a:extLst>
          </p:cNvPr>
          <p:cNvSpPr/>
          <p:nvPr/>
        </p:nvSpPr>
        <p:spPr>
          <a:xfrm>
            <a:off x="3453727" y="4520764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Бесплатно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65E5B0B-8F5C-40C5-25B6-32D08E98A330}"/>
              </a:ext>
            </a:extLst>
          </p:cNvPr>
          <p:cNvSpPr/>
          <p:nvPr/>
        </p:nvSpPr>
        <p:spPr>
          <a:xfrm>
            <a:off x="4734501" y="4518835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Бесплатно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4B11D13-94C5-E45F-7F61-DEC492A4EE61}"/>
              </a:ext>
            </a:extLst>
          </p:cNvPr>
          <p:cNvSpPr/>
          <p:nvPr/>
        </p:nvSpPr>
        <p:spPr>
          <a:xfrm>
            <a:off x="6015275" y="4520764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Платно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F647BB-39AA-F31F-95DE-E87AF1780584}"/>
              </a:ext>
            </a:extLst>
          </p:cNvPr>
          <p:cNvSpPr/>
          <p:nvPr/>
        </p:nvSpPr>
        <p:spPr>
          <a:xfrm>
            <a:off x="3484207" y="1748174"/>
            <a:ext cx="974338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06CE3E6-5582-BAD9-E90D-99EB630D7469}"/>
              </a:ext>
            </a:extLst>
          </p:cNvPr>
          <p:cNvSpPr/>
          <p:nvPr/>
        </p:nvSpPr>
        <p:spPr>
          <a:xfrm>
            <a:off x="4734501" y="1723067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60589CF-A366-2ADB-8C7B-EF10CC4AF028}"/>
              </a:ext>
            </a:extLst>
          </p:cNvPr>
          <p:cNvSpPr/>
          <p:nvPr/>
        </p:nvSpPr>
        <p:spPr>
          <a:xfrm>
            <a:off x="6045755" y="1748174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B2341B1-532C-8665-A29F-36F8459C82FF}"/>
              </a:ext>
            </a:extLst>
          </p:cNvPr>
          <p:cNvSpPr/>
          <p:nvPr/>
        </p:nvSpPr>
        <p:spPr>
          <a:xfrm>
            <a:off x="494390" y="3922067"/>
            <a:ext cx="2431690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Социальная сеть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74C5F8C-1084-F8AA-D840-6DC57CD8E007}"/>
              </a:ext>
            </a:extLst>
          </p:cNvPr>
          <p:cNvSpPr/>
          <p:nvPr/>
        </p:nvSpPr>
        <p:spPr>
          <a:xfrm>
            <a:off x="3453727" y="3928817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C761257-5903-B3E9-3033-D8C04AA5BAD5}"/>
              </a:ext>
            </a:extLst>
          </p:cNvPr>
          <p:cNvSpPr/>
          <p:nvPr/>
        </p:nvSpPr>
        <p:spPr>
          <a:xfrm>
            <a:off x="4734501" y="3929162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5C9F468-D7F2-6714-A687-B733E768A82F}"/>
              </a:ext>
            </a:extLst>
          </p:cNvPr>
          <p:cNvSpPr/>
          <p:nvPr/>
        </p:nvSpPr>
        <p:spPr>
          <a:xfrm>
            <a:off x="6015275" y="3926162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C12DC8-5108-D4B6-D82F-9C90D0735C05}"/>
              </a:ext>
            </a:extLst>
          </p:cNvPr>
          <p:cNvSpPr txBox="1"/>
          <p:nvPr/>
        </p:nvSpPr>
        <p:spPr>
          <a:xfrm>
            <a:off x="7306268" y="899281"/>
            <a:ext cx="1055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Garamond" panose="02020404030301010803" pitchFamily="18" charset="0"/>
              </a:rPr>
              <a:t>Habitify</a:t>
            </a:r>
            <a:endParaRPr lang="en-US" b="1" dirty="0">
              <a:latin typeface="Garamond" panose="02020404030301010803" pitchFamily="18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08DE494-5C9F-197F-7D44-3A4A132EAB40}"/>
              </a:ext>
            </a:extLst>
          </p:cNvPr>
          <p:cNvSpPr/>
          <p:nvPr/>
        </p:nvSpPr>
        <p:spPr>
          <a:xfrm>
            <a:off x="7306268" y="1213280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BE15D20-1612-6000-06FF-E25333CCBA01}"/>
              </a:ext>
            </a:extLst>
          </p:cNvPr>
          <p:cNvSpPr/>
          <p:nvPr/>
        </p:nvSpPr>
        <p:spPr>
          <a:xfrm>
            <a:off x="7336748" y="2292547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DC98AA5-65B3-A91D-715F-AC9322B4AD1E}"/>
              </a:ext>
            </a:extLst>
          </p:cNvPr>
          <p:cNvSpPr/>
          <p:nvPr/>
        </p:nvSpPr>
        <p:spPr>
          <a:xfrm>
            <a:off x="7336748" y="2825792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7D29318-E9F6-959C-68CD-ABE8F267C088}"/>
              </a:ext>
            </a:extLst>
          </p:cNvPr>
          <p:cNvSpPr/>
          <p:nvPr/>
        </p:nvSpPr>
        <p:spPr>
          <a:xfrm>
            <a:off x="7306268" y="3375977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736317E-A297-E0B9-21B9-56F504AD4BBC}"/>
              </a:ext>
            </a:extLst>
          </p:cNvPr>
          <p:cNvSpPr/>
          <p:nvPr/>
        </p:nvSpPr>
        <p:spPr>
          <a:xfrm>
            <a:off x="7306268" y="4520764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Платно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5A4F53A-FC9D-6E7C-BA30-C41CCAFF0705}"/>
              </a:ext>
            </a:extLst>
          </p:cNvPr>
          <p:cNvSpPr/>
          <p:nvPr/>
        </p:nvSpPr>
        <p:spPr>
          <a:xfrm>
            <a:off x="7336748" y="1748174"/>
            <a:ext cx="1015037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да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1EFA115-C2CD-614A-AD9F-344460697A0D}"/>
              </a:ext>
            </a:extLst>
          </p:cNvPr>
          <p:cNvSpPr/>
          <p:nvPr/>
        </p:nvSpPr>
        <p:spPr>
          <a:xfrm>
            <a:off x="7306268" y="3926162"/>
            <a:ext cx="1055736" cy="4002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Garamond" panose="02020404030301010803" pitchFamily="18" charset="0"/>
              </a:rPr>
              <a:t>нет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8eabb8d7a4_3_0"/>
          <p:cNvSpPr txBox="1"/>
          <p:nvPr/>
        </p:nvSpPr>
        <p:spPr>
          <a:xfrm>
            <a:off x="665261" y="302719"/>
            <a:ext cx="478776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4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3.3 Стратегия вывода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4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продукта на рынок</a:t>
            </a:r>
            <a:r>
              <a:rPr lang="en-US" sz="24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</a:t>
            </a:r>
            <a:r>
              <a:rPr lang="ru-RU" sz="24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и каналы маркетинга</a:t>
            </a:r>
            <a:endParaRPr sz="2400" b="1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24" name="Google Shape;224;g28eabb8d7a4_3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799F12-38EE-FFDB-AE52-5F065D860701}"/>
              </a:ext>
            </a:extLst>
          </p:cNvPr>
          <p:cNvSpPr txBox="1"/>
          <p:nvPr/>
        </p:nvSpPr>
        <p:spPr>
          <a:xfrm>
            <a:off x="665261" y="1731264"/>
            <a:ext cx="2255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Целевая аудитория</a:t>
            </a:r>
            <a:r>
              <a:rPr lang="en-US" sz="1600" dirty="0">
                <a:latin typeface="Garamond" panose="02020404030301010803" pitchFamily="18" charset="0"/>
              </a:rPr>
              <a:t>:</a:t>
            </a:r>
            <a:r>
              <a:rPr lang="ru-RU" sz="1600" dirty="0">
                <a:latin typeface="Garamond" panose="02020404030301010803" pitchFamily="18" charset="0"/>
              </a:rPr>
              <a:t> </a:t>
            </a:r>
            <a:r>
              <a:rPr lang="en-US" sz="1600" b="1" dirty="0">
                <a:latin typeface="Garamond" panose="02020404030301010803" pitchFamily="18" charset="0"/>
              </a:rPr>
              <a:t>B2C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E5A65-4FF0-EF9D-3962-206A9F5A507C}"/>
              </a:ext>
            </a:extLst>
          </p:cNvPr>
          <p:cNvSpPr txBox="1"/>
          <p:nvPr/>
        </p:nvSpPr>
        <p:spPr>
          <a:xfrm>
            <a:off x="755904" y="2039041"/>
            <a:ext cx="3382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2">
                    <a:lumMod val="50000"/>
                    <a:lumOff val="50000"/>
                  </a:schemeClr>
                </a:solidFill>
              </a:rPr>
              <a:t>Особенное внимание к людям с СДВГ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8A5F4-7C83-FE57-D5C7-FF34293422FA}"/>
              </a:ext>
            </a:extLst>
          </p:cNvPr>
          <p:cNvSpPr txBox="1"/>
          <p:nvPr/>
        </p:nvSpPr>
        <p:spPr>
          <a:xfrm>
            <a:off x="755904" y="2571750"/>
            <a:ext cx="49023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Достигнем первые пользователи через: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aramond" panose="02020404030301010803" pitchFamily="18" charset="0"/>
              </a:rPr>
              <a:t>AppStore/Google Play Store</a:t>
            </a:r>
            <a:endParaRPr lang="ru-RU" sz="1600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Коллаборация с ИТМО (преподаватели и студенты)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3C5B6-C210-A565-C111-688394FF8064}"/>
              </a:ext>
            </a:extLst>
          </p:cNvPr>
          <p:cNvSpPr txBox="1"/>
          <p:nvPr/>
        </p:nvSpPr>
        <p:spPr>
          <a:xfrm>
            <a:off x="755904" y="3461688"/>
            <a:ext cx="1938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Garamond" panose="02020404030301010803" pitchFamily="18" charset="0"/>
              </a:rPr>
              <a:t>Канал маркетинга: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Garamond" panose="02020404030301010803" pitchFamily="18" charset="0"/>
              </a:rPr>
              <a:t>ASO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044f4d009_0_39"/>
          <p:cNvSpPr txBox="1"/>
          <p:nvPr/>
        </p:nvSpPr>
        <p:spPr>
          <a:xfrm>
            <a:off x="601103" y="302719"/>
            <a:ext cx="5251057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Раздел 4. Финансовая стратегия</a:t>
            </a:r>
            <a:endParaRPr sz="2600" b="1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4.1 Бизнес-модель стартапа </a:t>
            </a:r>
            <a:endParaRPr sz="2600" b="1" i="0" u="none" strike="noStrike" cap="none" dirty="0">
              <a:solidFill>
                <a:srgbClr val="000000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31" name="Google Shape;231;g2a044f4d009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5F5149-CE14-3A43-352E-3A107B7014CC}"/>
              </a:ext>
            </a:extLst>
          </p:cNvPr>
          <p:cNvSpPr txBox="1"/>
          <p:nvPr/>
        </p:nvSpPr>
        <p:spPr>
          <a:xfrm>
            <a:off x="601103" y="2230374"/>
            <a:ext cx="2375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Garamond" panose="02020404030301010803" pitchFamily="18" charset="0"/>
              </a:rPr>
              <a:t>B2C - </a:t>
            </a:r>
            <a:r>
              <a:rPr lang="en-US" sz="1600" dirty="0">
                <a:latin typeface="Garamond" panose="02020404030301010803" pitchFamily="18" charset="0"/>
              </a:rPr>
              <a:t>Free</a:t>
            </a:r>
            <a:r>
              <a:rPr lang="ru-RU" sz="1600" dirty="0">
                <a:latin typeface="Garamond" panose="02020404030301010803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Вс</a:t>
            </a:r>
            <a:r>
              <a:rPr lang="en-US" sz="1600" dirty="0">
                <a:latin typeface="Garamond" panose="02020404030301010803" pitchFamily="18" charset="0"/>
              </a:rPr>
              <a:t>e</a:t>
            </a:r>
            <a:r>
              <a:rPr lang="ru-RU" sz="1600" dirty="0">
                <a:latin typeface="Garamond" panose="02020404030301010803" pitchFamily="18" charset="0"/>
              </a:rPr>
              <a:t> базовые функции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A3986-557E-6C93-EA18-8772FF165938}"/>
              </a:ext>
            </a:extLst>
          </p:cNvPr>
          <p:cNvSpPr txBox="1"/>
          <p:nvPr/>
        </p:nvSpPr>
        <p:spPr>
          <a:xfrm>
            <a:off x="601103" y="1816608"/>
            <a:ext cx="2794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До первые 1000 пользователей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E99D1-0CAF-6249-61F7-4B8CC7F258FA}"/>
              </a:ext>
            </a:extLst>
          </p:cNvPr>
          <p:cNvSpPr txBox="1"/>
          <p:nvPr/>
        </p:nvSpPr>
        <p:spPr>
          <a:xfrm>
            <a:off x="601103" y="3432882"/>
            <a:ext cx="445987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Garamond" panose="02020404030301010803" pitchFamily="18" charset="0"/>
              </a:rPr>
              <a:t>B2C - </a:t>
            </a:r>
            <a:r>
              <a:rPr lang="en-US" sz="1800" dirty="0">
                <a:latin typeface="Garamond" panose="02020404030301010803" pitchFamily="18" charset="0"/>
              </a:rPr>
              <a:t>Freemium</a:t>
            </a:r>
            <a:r>
              <a:rPr lang="ru-RU" sz="1800" dirty="0">
                <a:latin typeface="Garamond" panose="02020404030301010803" pitchFamily="18" charset="0"/>
              </a:rPr>
              <a:t>:</a:t>
            </a:r>
            <a:endParaRPr lang="en-US" sz="1800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Вс</a:t>
            </a:r>
            <a:r>
              <a:rPr lang="en-US" sz="1600" dirty="0">
                <a:latin typeface="Garamond" panose="02020404030301010803" pitchFamily="18" charset="0"/>
              </a:rPr>
              <a:t>e</a:t>
            </a:r>
            <a:r>
              <a:rPr lang="ru-RU" sz="1600" dirty="0">
                <a:latin typeface="Garamond" panose="02020404030301010803" pitchFamily="18" charset="0"/>
              </a:rPr>
              <a:t> базовые функции </a:t>
            </a:r>
            <a:r>
              <a:rPr lang="en-US" sz="1600" dirty="0">
                <a:latin typeface="Garamond" panose="02020404030301010803" pitchFamily="18" charset="0"/>
              </a:rPr>
              <a:t>– </a:t>
            </a:r>
            <a:r>
              <a:rPr lang="ru-RU" sz="1600" dirty="0">
                <a:latin typeface="Garamond" panose="02020404030301010803" pitchFamily="18" charset="0"/>
              </a:rPr>
              <a:t>бесплатные</a:t>
            </a:r>
            <a:endParaRPr lang="en-US" sz="1600" dirty="0"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Личные функции и резервная копия в сервере </a:t>
            </a:r>
          </a:p>
          <a:p>
            <a:r>
              <a:rPr lang="ru-RU" sz="1600" dirty="0">
                <a:latin typeface="Garamond" panose="02020404030301010803" pitchFamily="18" charset="0"/>
              </a:rPr>
              <a:t>     – платная подписка (не входит в </a:t>
            </a:r>
            <a:r>
              <a:rPr lang="en-US" sz="1600" dirty="0">
                <a:latin typeface="Garamond" panose="02020404030301010803" pitchFamily="18" charset="0"/>
              </a:rPr>
              <a:t>MVP)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Социальная сеть с рекламами</a:t>
            </a:r>
          </a:p>
          <a:p>
            <a:pPr lvl="1"/>
            <a:r>
              <a:rPr lang="ru-RU" sz="1600" dirty="0">
                <a:latin typeface="Garamond" panose="02020404030301010803" pitchFamily="18" charset="0"/>
              </a:rPr>
              <a:t>    – платная подписка без реклам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28951-FC4F-385A-C786-542289FEA617}"/>
              </a:ext>
            </a:extLst>
          </p:cNvPr>
          <p:cNvSpPr txBox="1"/>
          <p:nvPr/>
        </p:nvSpPr>
        <p:spPr>
          <a:xfrm>
            <a:off x="601103" y="3019116"/>
            <a:ext cx="2860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Garamond" panose="02020404030301010803" pitchFamily="18" charset="0"/>
              </a:rPr>
              <a:t>Больше 1000-ых пользователей</a:t>
            </a:r>
            <a:endParaRPr lang="en-US" sz="16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8eabb8d7a4_3_8"/>
          <p:cNvSpPr txBox="1"/>
          <p:nvPr/>
        </p:nvSpPr>
        <p:spPr>
          <a:xfrm>
            <a:off x="527951" y="364180"/>
            <a:ext cx="525105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4.2 Финансовая модель проекта</a:t>
            </a:r>
            <a:endParaRPr sz="2600" b="1" i="0" u="none" strike="noStrike" cap="none" dirty="0">
              <a:solidFill>
                <a:srgbClr val="000000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39" name="Google Shape;239;g28eabb8d7a4_3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B45520-4420-C449-D050-F0A8391668C2}"/>
              </a:ext>
            </a:extLst>
          </p:cNvPr>
          <p:cNvSpPr/>
          <p:nvPr/>
        </p:nvSpPr>
        <p:spPr>
          <a:xfrm>
            <a:off x="527951" y="1599333"/>
            <a:ext cx="4226929" cy="30466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Расходы в год:</a:t>
            </a:r>
          </a:p>
          <a:p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Маркетинг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 300 тыс. руб.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Поддержка первый 1000 пользователей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 30 тыс. руб.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Поддержка до 10 000 пользователей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 150 тыс. руб.</a:t>
            </a:r>
          </a:p>
          <a:p>
            <a:endParaRPr lang="ru-RU" sz="16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Итоговый капитал на старт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 480 тыс. руб.</a:t>
            </a:r>
          </a:p>
          <a:p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5C1D7C-8C73-4222-95D2-95CDE13E9AB6}"/>
              </a:ext>
            </a:extLst>
          </p:cNvPr>
          <p:cNvSpPr/>
          <p:nvPr/>
        </p:nvSpPr>
        <p:spPr>
          <a:xfrm>
            <a:off x="5071872" y="1251520"/>
            <a:ext cx="3742944" cy="164448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Выручка в год:</a:t>
            </a:r>
          </a:p>
          <a:p>
            <a:endParaRPr lang="ru-RU" sz="16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Составляя платная подписка – 99 рублей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От 10 000 пользователей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~</a:t>
            </a: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840 </a:t>
            </a: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тыс. руб.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2C404C-C7EF-9BA2-AAD6-714449F480E0}"/>
              </a:ext>
            </a:extLst>
          </p:cNvPr>
          <p:cNvSpPr txBox="1"/>
          <p:nvPr/>
        </p:nvSpPr>
        <p:spPr>
          <a:xfrm>
            <a:off x="5149265" y="2983125"/>
            <a:ext cx="36655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Собственные средства </a:t>
            </a:r>
          </a:p>
          <a:p>
            <a:r>
              <a:rPr lang="ru-RU" sz="1600" dirty="0">
                <a:latin typeface="Garamond" panose="02020404030301010803" pitchFamily="18" charset="0"/>
              </a:rPr>
              <a:t>– разработка проекта и поддержка первые 1000 пользователей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Garamond" panose="02020404030301010803" pitchFamily="18" charset="0"/>
              </a:rPr>
              <a:t>Привлечение инвестиций (1 млн ₽)</a:t>
            </a:r>
          </a:p>
          <a:p>
            <a:r>
              <a:rPr lang="ru-RU" sz="1600" dirty="0">
                <a:latin typeface="Garamond" panose="02020404030301010803" pitchFamily="18" charset="0"/>
              </a:rPr>
              <a:t>- Быстрее разработка проекта; увеличение масштаба маркетинга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a044f4d009_0_74"/>
          <p:cNvSpPr txBox="1"/>
          <p:nvPr/>
        </p:nvSpPr>
        <p:spPr>
          <a:xfrm>
            <a:off x="370506" y="302719"/>
            <a:ext cx="5714353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Раздел 5. </a:t>
            </a:r>
            <a:r>
              <a:rPr lang="ru-RU" sz="2600" b="1" i="0" u="none" strike="noStrike" cap="none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Дорожная карта проекта - 2026</a:t>
            </a:r>
            <a:endParaRPr sz="2600" b="1" i="0" u="none" strike="noStrike" cap="none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56" name="Google Shape;256;g2a044f4d009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94FA13E-D6DC-1AF2-CA46-7912C3893B0A}"/>
              </a:ext>
            </a:extLst>
          </p:cNvPr>
          <p:cNvSpPr/>
          <p:nvPr/>
        </p:nvSpPr>
        <p:spPr>
          <a:xfrm>
            <a:off x="370506" y="1320765"/>
            <a:ext cx="2048194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Январь – Марта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Разработка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MVP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B2C963-0FCF-CA25-4E3A-073BA7A7F942}"/>
              </a:ext>
            </a:extLst>
          </p:cNvPr>
          <p:cNvSpPr/>
          <p:nvPr/>
        </p:nvSpPr>
        <p:spPr>
          <a:xfrm>
            <a:off x="2849729" y="1320765"/>
            <a:ext cx="3235129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Апрель – Май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Продуктовые исследования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Работка с первыми юзерами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Проработка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UI/UX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3A06ED-56CF-FF2B-06D8-5D749F577592}"/>
              </a:ext>
            </a:extLst>
          </p:cNvPr>
          <p:cNvSpPr/>
          <p:nvPr/>
        </p:nvSpPr>
        <p:spPr>
          <a:xfrm>
            <a:off x="6515887" y="1320765"/>
            <a:ext cx="2048194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Июнь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Запуск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MVP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3B473D-2938-C3F9-D2C8-F943BA805312}"/>
              </a:ext>
            </a:extLst>
          </p:cNvPr>
          <p:cNvSpPr/>
          <p:nvPr/>
        </p:nvSpPr>
        <p:spPr>
          <a:xfrm>
            <a:off x="370506" y="3033740"/>
            <a:ext cx="4782463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Июнь - Ноябрь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Проработка продукта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Поддержка первых пользователей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Начала работа на дополнительные функции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Анализ отзывов, улучшение </a:t>
            </a:r>
            <a:r>
              <a:rPr lang="en-US" sz="1600" dirty="0">
                <a:solidFill>
                  <a:schemeClr val="tx1"/>
                </a:solidFill>
                <a:latin typeface="Garamond" panose="02020404030301010803" pitchFamily="18" charset="0"/>
              </a:rPr>
              <a:t>UX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A7D8B99-7C71-0370-5C02-EF5C6608849B}"/>
              </a:ext>
            </a:extLst>
          </p:cNvPr>
          <p:cNvSpPr/>
          <p:nvPr/>
        </p:nvSpPr>
        <p:spPr>
          <a:xfrm>
            <a:off x="5608320" y="3033740"/>
            <a:ext cx="2955761" cy="12509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Декабрь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Garamond" panose="02020404030301010803" pitchFamily="18" charset="0"/>
              </a:rPr>
              <a:t>Анализ успеваемости продукта, планирование следующего года</a:t>
            </a:r>
            <a:endParaRPr lang="en-US" sz="1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ef7d5fdc8f_0_59"/>
          <p:cNvSpPr txBox="1"/>
          <p:nvPr/>
        </p:nvSpPr>
        <p:spPr>
          <a:xfrm>
            <a:off x="588911" y="364271"/>
            <a:ext cx="5775313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Раздел 6. Потенциальные партнеры для развития</a:t>
            </a:r>
            <a:endParaRPr sz="2600" b="1" i="0" u="none" strike="noStrike" cap="none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63" name="Google Shape;263;g1ef7d5fdc8f_0_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171A0F-9C90-DD97-3B14-1ECBA1CAFF5C}"/>
              </a:ext>
            </a:extLst>
          </p:cNvPr>
          <p:cNvSpPr txBox="1"/>
          <p:nvPr/>
        </p:nvSpPr>
        <p:spPr>
          <a:xfrm>
            <a:off x="588910" y="1833086"/>
            <a:ext cx="53364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Garamond" panose="02020404030301010803" pitchFamily="18" charset="0"/>
              </a:rPr>
              <a:t>Ожидаем привлечение значительно количеств пользователей через Инфлюэнсеры – </a:t>
            </a:r>
            <a:r>
              <a:rPr lang="ru-RU" sz="1600" dirty="0">
                <a:latin typeface="Garamond" panose="02020404030301010803" pitchFamily="18" charset="0"/>
              </a:rPr>
              <a:t>Создающие базу поклонников, публикуя видео и контент, сфокусированный на продуктивности.</a:t>
            </a:r>
          </a:p>
          <a:p>
            <a:endParaRPr lang="en-US" sz="1600" dirty="0">
              <a:latin typeface="Garamond" panose="02020404030301010803" pitchFamily="18" charset="0"/>
            </a:endParaRPr>
          </a:p>
          <a:p>
            <a:r>
              <a:rPr lang="ru-RU" sz="2400" dirty="0">
                <a:latin typeface="Garamond" panose="02020404030301010803" pitchFamily="18" charset="0"/>
              </a:rPr>
              <a:t>Медицинские учреждения – </a:t>
            </a:r>
            <a:r>
              <a:rPr lang="ru-RU" sz="1600" dirty="0">
                <a:latin typeface="Garamond" panose="02020404030301010803" pitchFamily="18" charset="0"/>
              </a:rPr>
              <a:t>Которые специализируются на пациентах с СДВГ.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ef7d5fdc8f_0_68"/>
          <p:cNvSpPr txBox="1"/>
          <p:nvPr/>
        </p:nvSpPr>
        <p:spPr>
          <a:xfrm>
            <a:off x="588911" y="364181"/>
            <a:ext cx="4568305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Раздел 7. Матрица рисков</a:t>
            </a:r>
            <a:endParaRPr sz="2600" b="1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71" name="Google Shape;271;g1ef7d5fdc8f_0_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1B268C-4301-4F74-1EE3-263463A27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85080"/>
              </p:ext>
            </p:extLst>
          </p:nvPr>
        </p:nvGraphicFramePr>
        <p:xfrm>
          <a:off x="588911" y="1185926"/>
          <a:ext cx="7773092" cy="3670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501">
                  <a:extLst>
                    <a:ext uri="{9D8B030D-6E8A-4147-A177-3AD203B41FA5}">
                      <a16:colId xmlns:a16="http://schemas.microsoft.com/office/drawing/2014/main" val="3727832540"/>
                    </a:ext>
                  </a:extLst>
                </a:gridCol>
                <a:gridCol w="1050356">
                  <a:extLst>
                    <a:ext uri="{9D8B030D-6E8A-4147-A177-3AD203B41FA5}">
                      <a16:colId xmlns:a16="http://schemas.microsoft.com/office/drawing/2014/main" val="3034330229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2926211299"/>
                    </a:ext>
                  </a:extLst>
                </a:gridCol>
                <a:gridCol w="2270788">
                  <a:extLst>
                    <a:ext uri="{9D8B030D-6E8A-4147-A177-3AD203B41FA5}">
                      <a16:colId xmlns:a16="http://schemas.microsoft.com/office/drawing/2014/main" val="2287842431"/>
                    </a:ext>
                  </a:extLst>
                </a:gridCol>
                <a:gridCol w="2055663">
                  <a:extLst>
                    <a:ext uri="{9D8B030D-6E8A-4147-A177-3AD203B41FA5}">
                      <a16:colId xmlns:a16="http://schemas.microsoft.com/office/drawing/2014/main" val="3108444752"/>
                    </a:ext>
                  </a:extLst>
                </a:gridCol>
              </a:tblGrid>
              <a:tr h="574537">
                <a:tc>
                  <a:txBody>
                    <a:bodyPr/>
                    <a:lstStyle/>
                    <a:p>
                      <a:r>
                        <a:rPr lang="ru-RU" dirty="0"/>
                        <a:t>Вид риска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Вероятность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Влияние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Последствия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Мери по снижению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768178"/>
                  </a:ext>
                </a:extLst>
              </a:tr>
              <a:tr h="557330">
                <a:tc>
                  <a:txBody>
                    <a:bodyPr/>
                    <a:lstStyle/>
                    <a:p>
                      <a:r>
                        <a:rPr lang="ru-RU" dirty="0"/>
                        <a:t>Конкурентный риск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Потери части рынка</a:t>
                      </a:r>
                    </a:p>
                    <a:p>
                      <a:r>
                        <a:rPr lang="ru-RU" dirty="0"/>
                        <a:t>Снижение дохода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Уникальные функции,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260471"/>
                  </a:ext>
                </a:extLst>
              </a:tr>
              <a:tr h="557330">
                <a:tc>
                  <a:txBody>
                    <a:bodyPr/>
                    <a:lstStyle/>
                    <a:p>
                      <a:r>
                        <a:rPr lang="ru-RU" dirty="0"/>
                        <a:t>Финансовый риск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Замедление разработку проекта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Планирование при ограниченном бюджете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049899"/>
                  </a:ext>
                </a:extLst>
              </a:tr>
              <a:tr h="705823">
                <a:tc>
                  <a:txBody>
                    <a:bodyPr/>
                    <a:lstStyle/>
                    <a:p>
                      <a:r>
                        <a:rPr lang="ru-RU" dirty="0"/>
                        <a:t>Маркетинговый риск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Высокое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 узнаваемость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Утилизация бесплатных каналов маркетинга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778211"/>
                  </a:ext>
                </a:extLst>
              </a:tr>
              <a:tr h="473453">
                <a:tc>
                  <a:txBody>
                    <a:bodyPr/>
                    <a:lstStyle/>
                    <a:p>
                      <a:r>
                        <a:rPr lang="ru-RU" dirty="0"/>
                        <a:t>Технический риск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Потеря доверия</a:t>
                      </a:r>
                    </a:p>
                    <a:p>
                      <a:r>
                        <a:rPr lang="ru-RU" dirty="0"/>
                        <a:t>Негативные отзывы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Тщательное тестирование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26030"/>
                  </a:ext>
                </a:extLst>
              </a:tr>
              <a:tr h="557330">
                <a:tc>
                  <a:txBody>
                    <a:bodyPr/>
                    <a:lstStyle/>
                    <a:p>
                      <a:r>
                        <a:rPr lang="ru-RU" dirty="0"/>
                        <a:t>Задержка с разработкой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Снижение конкурентоспособности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Четкое планирование сроков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772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a044f4d009_0_97"/>
          <p:cNvSpPr txBox="1"/>
          <p:nvPr/>
        </p:nvSpPr>
        <p:spPr>
          <a:xfrm>
            <a:off x="573675" y="611675"/>
            <a:ext cx="82488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2600" b="1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Executive </a:t>
            </a:r>
            <a:r>
              <a:rPr lang="ru-RU" sz="2600" b="1" dirty="0" err="1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summary</a:t>
            </a:r>
            <a:endParaRPr sz="2600" b="1" i="0" u="none" strike="noStrike" cap="none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sp>
        <p:nvSpPr>
          <p:cNvPr id="278" name="Google Shape;278;g2a044f4d009_0_97"/>
          <p:cNvSpPr txBox="1"/>
          <p:nvPr/>
        </p:nvSpPr>
        <p:spPr>
          <a:xfrm>
            <a:off x="573675" y="1412075"/>
            <a:ext cx="7936200" cy="327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125" tIns="79125" rIns="79125" bIns="791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1) Проект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Productive Social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разрабатывает мобильное приложение в секторе личной продуктивности и социальных сетей с использованием технологий искусственного интеллекта.</a:t>
            </a:r>
            <a:endParaRPr sz="1600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2) глобальный объем рынка приложения для продуктивности  составляет 1 млрд. Прогнозируется ускорение темпов рост до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9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% в год. Для достижения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SOM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–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$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1.5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млн.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продавая подписку за 99 руб. нужно отхватить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15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тыс. человек. </a:t>
            </a:r>
            <a:endParaRPr sz="1600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3) Текущий статус проекта: </a:t>
            </a:r>
            <a:endParaRPr sz="1600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Проведены исследования через друзьями и соцсетей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Разработка архитектура микросервисов и мобильного приложения, со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c</a:t>
            </a:r>
            <a:r>
              <a:rPr lang="ru-RU" sz="1600" dirty="0" err="1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товлен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Product Requirements Document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к 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MVP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4) Требуемый объем финансирования составляет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1 млн</a:t>
            </a:r>
            <a:r>
              <a:rPr lang="en-US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. </a:t>
            </a:r>
            <a:r>
              <a:rPr lang="ru-RU" sz="1600" dirty="0">
                <a:solidFill>
                  <a:schemeClr val="dk1"/>
                </a:solidFill>
                <a:latin typeface="Garamond" panose="02020404030301010803" pitchFamily="18" charset="0"/>
                <a:ea typeface="Ubuntu"/>
                <a:cs typeface="Ubuntu"/>
                <a:sym typeface="Ubuntu"/>
              </a:rPr>
              <a:t>Руб.</a:t>
            </a:r>
            <a:endParaRPr sz="1600" dirty="0">
              <a:solidFill>
                <a:schemeClr val="dk1"/>
              </a:solidFill>
              <a:latin typeface="Garamond" panose="02020404030301010803" pitchFamily="18" charset="0"/>
              <a:ea typeface="Ubuntu"/>
              <a:cs typeface="Ubuntu"/>
              <a:sym typeface="Ubuntu"/>
            </a:endParaRPr>
          </a:p>
        </p:txBody>
      </p:sp>
      <p:pic>
        <p:nvPicPr>
          <p:cNvPr id="280" name="Google Shape;280;g2a044f4d009_0_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59" y="302719"/>
            <a:ext cx="2277145" cy="461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ТфАЦ·ыєЕ (1)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000"/>
      </a:accent1>
      <a:accent2>
        <a:srgbClr val="2B5735"/>
      </a:accent2>
      <a:accent3>
        <a:srgbClr val="FFFFFF"/>
      </a:accent3>
      <a:accent4>
        <a:srgbClr val="000000"/>
      </a:accent4>
      <a:accent5>
        <a:srgbClr val="FFE2B8"/>
      </a:accent5>
      <a:accent6>
        <a:srgbClr val="B2D8C4"/>
      </a:accent6>
      <a:hlink>
        <a:srgbClr val="0000FF"/>
      </a:hlink>
      <a:folHlink>
        <a:srgbClr val="6500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736</Words>
  <Application>Microsoft Macintosh PowerPoint</Application>
  <PresentationFormat>On-screen Show (16:9)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Tahoma</vt:lpstr>
      <vt:lpstr>Garamond</vt:lpstr>
      <vt:lpstr>Arial</vt:lpstr>
      <vt:lpstr>Ubuntu</vt:lpstr>
      <vt:lpstr>Times New Roman</vt:lpstr>
      <vt:lpstr>1_ТфАЦ·ыєЕ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Евгения  Барановская</dc:creator>
  <cp:lastModifiedBy>Миамбо Жуниор Рикардо Агоштиньо</cp:lastModifiedBy>
  <cp:revision>4</cp:revision>
  <dcterms:created xsi:type="dcterms:W3CDTF">2013-04-04T06:00:06Z</dcterms:created>
  <dcterms:modified xsi:type="dcterms:W3CDTF">2025-12-19T14:13:57Z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B_TRACKING_NAME">
    <vt:lpwstr>C:\Users\111\Dropbox\ParaClassics\6. Marketing &amp; PR\Profile\ParaClassics_Profile v25 20120505_rus.pptx - 111 - 08/05/2012 12:48:42</vt:lpwstr>
  </property>
</Properties>
</file>